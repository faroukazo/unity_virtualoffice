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79" r:id="rId6"/>
    <p:sldId id="258" r:id="rId7"/>
    <p:sldId id="259" r:id="rId8"/>
    <p:sldId id="260" r:id="rId9"/>
    <p:sldId id="269" r:id="rId10"/>
    <p:sldId id="270" r:id="rId11"/>
    <p:sldId id="264" r:id="rId12"/>
    <p:sldId id="278" r:id="rId13"/>
    <p:sldId id="276" r:id="rId14"/>
    <p:sldId id="277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6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BC65C6-A0E4-44BA-BFF6-9DDD6396B97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C43A57-1AF9-48A3-A0DF-0522A1F2D563}">
      <dgm:prSet/>
      <dgm:spPr/>
      <dgm:t>
        <a:bodyPr/>
        <a:lstStyle/>
        <a:p>
          <a:r>
            <a:rPr lang="es-ES" noProof="0" dirty="0"/>
            <a:t>Farouk Chajri </a:t>
          </a:r>
          <a:r>
            <a:rPr lang="es-ES" noProof="0" dirty="0" err="1"/>
            <a:t>Kasbaj</a:t>
          </a:r>
          <a:endParaRPr lang="es-ES" noProof="0" dirty="0"/>
        </a:p>
      </dgm:t>
    </dgm:pt>
    <dgm:pt modelId="{8015E718-A8E8-4FF5-BBB7-36A82C91E7D0}" type="parTrans" cxnId="{0DDF6500-AC02-4367-96CF-3AEE02F2424F}">
      <dgm:prSet/>
      <dgm:spPr/>
      <dgm:t>
        <a:bodyPr/>
        <a:lstStyle/>
        <a:p>
          <a:endParaRPr lang="en-US"/>
        </a:p>
      </dgm:t>
    </dgm:pt>
    <dgm:pt modelId="{371171E4-C95C-47ED-82BF-A6C4FEEDC13C}" type="sibTrans" cxnId="{0DDF6500-AC02-4367-96CF-3AEE02F2424F}">
      <dgm:prSet/>
      <dgm:spPr/>
      <dgm:t>
        <a:bodyPr/>
        <a:lstStyle/>
        <a:p>
          <a:endParaRPr lang="en-US"/>
        </a:p>
      </dgm:t>
    </dgm:pt>
    <dgm:pt modelId="{046D1B89-94D7-4C68-8CC4-B31EEE53F39F}">
      <dgm:prSet/>
      <dgm:spPr/>
      <dgm:t>
        <a:bodyPr/>
        <a:lstStyle/>
        <a:p>
          <a:r>
            <a:rPr lang="es-ES" noProof="0" dirty="0"/>
            <a:t>CFGS Desarrollo de Aplicaciones Multiplataforma</a:t>
          </a:r>
        </a:p>
      </dgm:t>
    </dgm:pt>
    <dgm:pt modelId="{8FD1FB77-EBA7-4425-A352-F40F74FCD7BE}" type="parTrans" cxnId="{D20E75D9-AD7A-4058-B9F5-7634A86A24BF}">
      <dgm:prSet/>
      <dgm:spPr/>
      <dgm:t>
        <a:bodyPr/>
        <a:lstStyle/>
        <a:p>
          <a:endParaRPr lang="en-US"/>
        </a:p>
      </dgm:t>
    </dgm:pt>
    <dgm:pt modelId="{EAFA31D2-C67E-44D2-8D25-F39BC3C2806B}" type="sibTrans" cxnId="{D20E75D9-AD7A-4058-B9F5-7634A86A24BF}">
      <dgm:prSet/>
      <dgm:spPr/>
      <dgm:t>
        <a:bodyPr/>
        <a:lstStyle/>
        <a:p>
          <a:endParaRPr lang="en-US"/>
        </a:p>
      </dgm:t>
    </dgm:pt>
    <dgm:pt modelId="{539A15CD-6514-4BD0-A7CB-E7C502B55FD8}">
      <dgm:prSet/>
      <dgm:spPr/>
      <dgm:t>
        <a:bodyPr/>
        <a:lstStyle/>
        <a:p>
          <a:r>
            <a:rPr lang="es-ES" noProof="0" dirty="0"/>
            <a:t>Curso 2024–2025</a:t>
          </a:r>
        </a:p>
      </dgm:t>
    </dgm:pt>
    <dgm:pt modelId="{BB7E61A1-697A-445E-8FE4-2EFDB0227483}" type="parTrans" cxnId="{F0331E72-B8A6-41F5-B1AA-7BCE8B870229}">
      <dgm:prSet/>
      <dgm:spPr/>
      <dgm:t>
        <a:bodyPr/>
        <a:lstStyle/>
        <a:p>
          <a:endParaRPr lang="en-US"/>
        </a:p>
      </dgm:t>
    </dgm:pt>
    <dgm:pt modelId="{AFE9464B-0422-4FCD-BC74-281394D7BBB0}" type="sibTrans" cxnId="{F0331E72-B8A6-41F5-B1AA-7BCE8B870229}">
      <dgm:prSet/>
      <dgm:spPr/>
      <dgm:t>
        <a:bodyPr/>
        <a:lstStyle/>
        <a:p>
          <a:endParaRPr lang="en-US"/>
        </a:p>
      </dgm:t>
    </dgm:pt>
    <dgm:pt modelId="{E7EB846B-F2D2-4D59-99D5-679C63A4BC37}">
      <dgm:prSet/>
      <dgm:spPr/>
      <dgm:t>
        <a:bodyPr/>
        <a:lstStyle/>
        <a:p>
          <a:r>
            <a:rPr lang="es-ES" noProof="0" dirty="0"/>
            <a:t>Tutor: Sergio Urbano Ruiz</a:t>
          </a:r>
        </a:p>
      </dgm:t>
    </dgm:pt>
    <dgm:pt modelId="{61BEAE16-0A1F-4F93-B5FC-13B9DD603EDE}" type="parTrans" cxnId="{102D927C-EFDF-46FE-85A6-F1403C95FF87}">
      <dgm:prSet/>
      <dgm:spPr/>
      <dgm:t>
        <a:bodyPr/>
        <a:lstStyle/>
        <a:p>
          <a:endParaRPr lang="en-US"/>
        </a:p>
      </dgm:t>
    </dgm:pt>
    <dgm:pt modelId="{28128F37-F6B6-460C-B3ED-034AA8A3205B}" type="sibTrans" cxnId="{102D927C-EFDF-46FE-85A6-F1403C95FF87}">
      <dgm:prSet/>
      <dgm:spPr/>
      <dgm:t>
        <a:bodyPr/>
        <a:lstStyle/>
        <a:p>
          <a:endParaRPr lang="en-US"/>
        </a:p>
      </dgm:t>
    </dgm:pt>
    <dgm:pt modelId="{40C6CB1A-E3AD-4597-AEAF-4B2FCA843615}" type="pres">
      <dgm:prSet presAssocID="{6BBC65C6-A0E4-44BA-BFF6-9DDD6396B97C}" presName="linear" presStyleCnt="0">
        <dgm:presLayoutVars>
          <dgm:dir/>
          <dgm:animLvl val="lvl"/>
          <dgm:resizeHandles val="exact"/>
        </dgm:presLayoutVars>
      </dgm:prSet>
      <dgm:spPr/>
    </dgm:pt>
    <dgm:pt modelId="{F795637F-C8C3-4EFC-8F04-5ED0014A932F}" type="pres">
      <dgm:prSet presAssocID="{EFC43A57-1AF9-48A3-A0DF-0522A1F2D563}" presName="parentLin" presStyleCnt="0"/>
      <dgm:spPr/>
    </dgm:pt>
    <dgm:pt modelId="{11CD5DDE-7219-4A93-AA97-1FEDD1643F4D}" type="pres">
      <dgm:prSet presAssocID="{EFC43A57-1AF9-48A3-A0DF-0522A1F2D563}" presName="parentLeftMargin" presStyleLbl="node1" presStyleIdx="0" presStyleCnt="4"/>
      <dgm:spPr/>
    </dgm:pt>
    <dgm:pt modelId="{CABC68F6-D9B0-440F-8580-CB865DFD2BD8}" type="pres">
      <dgm:prSet presAssocID="{EFC43A57-1AF9-48A3-A0DF-0522A1F2D5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FC80F2-BA88-407A-8E98-E52991FFB264}" type="pres">
      <dgm:prSet presAssocID="{EFC43A57-1AF9-48A3-A0DF-0522A1F2D563}" presName="negativeSpace" presStyleCnt="0"/>
      <dgm:spPr/>
    </dgm:pt>
    <dgm:pt modelId="{78FF6DCF-27F6-459E-A9D7-D6D6B893BCD8}" type="pres">
      <dgm:prSet presAssocID="{EFC43A57-1AF9-48A3-A0DF-0522A1F2D563}" presName="childText" presStyleLbl="conFgAcc1" presStyleIdx="0" presStyleCnt="4">
        <dgm:presLayoutVars>
          <dgm:bulletEnabled val="1"/>
        </dgm:presLayoutVars>
      </dgm:prSet>
      <dgm:spPr/>
    </dgm:pt>
    <dgm:pt modelId="{0862C8C4-87F8-4923-BFF0-09F12EB09AF9}" type="pres">
      <dgm:prSet presAssocID="{371171E4-C95C-47ED-82BF-A6C4FEEDC13C}" presName="spaceBetweenRectangles" presStyleCnt="0"/>
      <dgm:spPr/>
    </dgm:pt>
    <dgm:pt modelId="{B5037F9D-D6C1-4117-B8B0-A8103E72FC36}" type="pres">
      <dgm:prSet presAssocID="{046D1B89-94D7-4C68-8CC4-B31EEE53F39F}" presName="parentLin" presStyleCnt="0"/>
      <dgm:spPr/>
    </dgm:pt>
    <dgm:pt modelId="{C40B7CB3-E7BF-47EF-9E7C-A5E9593A5899}" type="pres">
      <dgm:prSet presAssocID="{046D1B89-94D7-4C68-8CC4-B31EEE53F39F}" presName="parentLeftMargin" presStyleLbl="node1" presStyleIdx="0" presStyleCnt="4"/>
      <dgm:spPr/>
    </dgm:pt>
    <dgm:pt modelId="{613BA2B0-E232-4E90-B933-99B59608DF04}" type="pres">
      <dgm:prSet presAssocID="{046D1B89-94D7-4C68-8CC4-B31EEE53F3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10545D-D091-480C-9A9B-92E51D1A457E}" type="pres">
      <dgm:prSet presAssocID="{046D1B89-94D7-4C68-8CC4-B31EEE53F39F}" presName="negativeSpace" presStyleCnt="0"/>
      <dgm:spPr/>
    </dgm:pt>
    <dgm:pt modelId="{37F40755-2276-4F0F-9FFF-A7F3A3C71B1F}" type="pres">
      <dgm:prSet presAssocID="{046D1B89-94D7-4C68-8CC4-B31EEE53F39F}" presName="childText" presStyleLbl="conFgAcc1" presStyleIdx="1" presStyleCnt="4">
        <dgm:presLayoutVars>
          <dgm:bulletEnabled val="1"/>
        </dgm:presLayoutVars>
      </dgm:prSet>
      <dgm:spPr/>
    </dgm:pt>
    <dgm:pt modelId="{2961B107-504F-435D-ACD1-4A81FE19DDB6}" type="pres">
      <dgm:prSet presAssocID="{EAFA31D2-C67E-44D2-8D25-F39BC3C2806B}" presName="spaceBetweenRectangles" presStyleCnt="0"/>
      <dgm:spPr/>
    </dgm:pt>
    <dgm:pt modelId="{BD39389F-449A-4E01-97D6-54BF05694CE2}" type="pres">
      <dgm:prSet presAssocID="{539A15CD-6514-4BD0-A7CB-E7C502B55FD8}" presName="parentLin" presStyleCnt="0"/>
      <dgm:spPr/>
    </dgm:pt>
    <dgm:pt modelId="{9F234C2F-3AF9-4C4C-BBFE-D406555E6291}" type="pres">
      <dgm:prSet presAssocID="{539A15CD-6514-4BD0-A7CB-E7C502B55FD8}" presName="parentLeftMargin" presStyleLbl="node1" presStyleIdx="1" presStyleCnt="4"/>
      <dgm:spPr/>
    </dgm:pt>
    <dgm:pt modelId="{CB0DD37A-BCB5-4F8E-8A1E-DAFCBAEB2BAB}" type="pres">
      <dgm:prSet presAssocID="{539A15CD-6514-4BD0-A7CB-E7C502B55F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CBF0B31-28AA-494E-9788-5EB44803D8BD}" type="pres">
      <dgm:prSet presAssocID="{539A15CD-6514-4BD0-A7CB-E7C502B55FD8}" presName="negativeSpace" presStyleCnt="0"/>
      <dgm:spPr/>
    </dgm:pt>
    <dgm:pt modelId="{2F15CF9B-A0EA-4675-8655-2B0F5780190F}" type="pres">
      <dgm:prSet presAssocID="{539A15CD-6514-4BD0-A7CB-E7C502B55FD8}" presName="childText" presStyleLbl="conFgAcc1" presStyleIdx="2" presStyleCnt="4">
        <dgm:presLayoutVars>
          <dgm:bulletEnabled val="1"/>
        </dgm:presLayoutVars>
      </dgm:prSet>
      <dgm:spPr/>
    </dgm:pt>
    <dgm:pt modelId="{1DC9A144-B2C0-4C97-8D79-2E9CC9CF1021}" type="pres">
      <dgm:prSet presAssocID="{AFE9464B-0422-4FCD-BC74-281394D7BBB0}" presName="spaceBetweenRectangles" presStyleCnt="0"/>
      <dgm:spPr/>
    </dgm:pt>
    <dgm:pt modelId="{2F26806F-EA2D-4AFE-A2E9-9C563BA684B5}" type="pres">
      <dgm:prSet presAssocID="{E7EB846B-F2D2-4D59-99D5-679C63A4BC37}" presName="parentLin" presStyleCnt="0"/>
      <dgm:spPr/>
    </dgm:pt>
    <dgm:pt modelId="{42AE471A-B684-46E5-AFCF-EEF0D85BC94C}" type="pres">
      <dgm:prSet presAssocID="{E7EB846B-F2D2-4D59-99D5-679C63A4BC37}" presName="parentLeftMargin" presStyleLbl="node1" presStyleIdx="2" presStyleCnt="4"/>
      <dgm:spPr/>
    </dgm:pt>
    <dgm:pt modelId="{D085FC35-B3AA-4ADB-8CE6-8421652FC906}" type="pres">
      <dgm:prSet presAssocID="{E7EB846B-F2D2-4D59-99D5-679C63A4BC3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F4B4EF4-27C9-471E-BBF2-3430182153E9}" type="pres">
      <dgm:prSet presAssocID="{E7EB846B-F2D2-4D59-99D5-679C63A4BC37}" presName="negativeSpace" presStyleCnt="0"/>
      <dgm:spPr/>
    </dgm:pt>
    <dgm:pt modelId="{579F0DA8-E655-42F8-8C9F-EF422196992A}" type="pres">
      <dgm:prSet presAssocID="{E7EB846B-F2D2-4D59-99D5-679C63A4BC3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DDF6500-AC02-4367-96CF-3AEE02F2424F}" srcId="{6BBC65C6-A0E4-44BA-BFF6-9DDD6396B97C}" destId="{EFC43A57-1AF9-48A3-A0DF-0522A1F2D563}" srcOrd="0" destOrd="0" parTransId="{8015E718-A8E8-4FF5-BBB7-36A82C91E7D0}" sibTransId="{371171E4-C95C-47ED-82BF-A6C4FEEDC13C}"/>
    <dgm:cxn modelId="{3066D508-6A91-4337-B3B8-6C1068599C0F}" type="presOf" srcId="{6BBC65C6-A0E4-44BA-BFF6-9DDD6396B97C}" destId="{40C6CB1A-E3AD-4597-AEAF-4B2FCA843615}" srcOrd="0" destOrd="0" presId="urn:microsoft.com/office/officeart/2005/8/layout/list1"/>
    <dgm:cxn modelId="{60CE8B31-4AF4-4AFF-A559-D7A0F496247A}" type="presOf" srcId="{EFC43A57-1AF9-48A3-A0DF-0522A1F2D563}" destId="{11CD5DDE-7219-4A93-AA97-1FEDD1643F4D}" srcOrd="0" destOrd="0" presId="urn:microsoft.com/office/officeart/2005/8/layout/list1"/>
    <dgm:cxn modelId="{06866B3A-0074-4B34-9F66-CC956F53C846}" type="presOf" srcId="{539A15CD-6514-4BD0-A7CB-E7C502B55FD8}" destId="{9F234C2F-3AF9-4C4C-BBFE-D406555E6291}" srcOrd="0" destOrd="0" presId="urn:microsoft.com/office/officeart/2005/8/layout/list1"/>
    <dgm:cxn modelId="{D3E4D45F-115B-4275-B70F-A1C34AE7679D}" type="presOf" srcId="{E7EB846B-F2D2-4D59-99D5-679C63A4BC37}" destId="{42AE471A-B684-46E5-AFCF-EEF0D85BC94C}" srcOrd="0" destOrd="0" presId="urn:microsoft.com/office/officeart/2005/8/layout/list1"/>
    <dgm:cxn modelId="{14384649-6E3C-4336-A743-8030ADA2DC8D}" type="presOf" srcId="{539A15CD-6514-4BD0-A7CB-E7C502B55FD8}" destId="{CB0DD37A-BCB5-4F8E-8A1E-DAFCBAEB2BAB}" srcOrd="1" destOrd="0" presId="urn:microsoft.com/office/officeart/2005/8/layout/list1"/>
    <dgm:cxn modelId="{F0331E72-B8A6-41F5-B1AA-7BCE8B870229}" srcId="{6BBC65C6-A0E4-44BA-BFF6-9DDD6396B97C}" destId="{539A15CD-6514-4BD0-A7CB-E7C502B55FD8}" srcOrd="2" destOrd="0" parTransId="{BB7E61A1-697A-445E-8FE4-2EFDB0227483}" sibTransId="{AFE9464B-0422-4FCD-BC74-281394D7BBB0}"/>
    <dgm:cxn modelId="{2AA74759-C520-45D2-A03C-976736FEAF24}" type="presOf" srcId="{046D1B89-94D7-4C68-8CC4-B31EEE53F39F}" destId="{C40B7CB3-E7BF-47EF-9E7C-A5E9593A5899}" srcOrd="0" destOrd="0" presId="urn:microsoft.com/office/officeart/2005/8/layout/list1"/>
    <dgm:cxn modelId="{102D927C-EFDF-46FE-85A6-F1403C95FF87}" srcId="{6BBC65C6-A0E4-44BA-BFF6-9DDD6396B97C}" destId="{E7EB846B-F2D2-4D59-99D5-679C63A4BC37}" srcOrd="3" destOrd="0" parTransId="{61BEAE16-0A1F-4F93-B5FC-13B9DD603EDE}" sibTransId="{28128F37-F6B6-460C-B3ED-034AA8A3205B}"/>
    <dgm:cxn modelId="{67C7D4B5-202B-493C-B050-5CA320DF68B5}" type="presOf" srcId="{E7EB846B-F2D2-4D59-99D5-679C63A4BC37}" destId="{D085FC35-B3AA-4ADB-8CE6-8421652FC906}" srcOrd="1" destOrd="0" presId="urn:microsoft.com/office/officeart/2005/8/layout/list1"/>
    <dgm:cxn modelId="{D20E75D9-AD7A-4058-B9F5-7634A86A24BF}" srcId="{6BBC65C6-A0E4-44BA-BFF6-9DDD6396B97C}" destId="{046D1B89-94D7-4C68-8CC4-B31EEE53F39F}" srcOrd="1" destOrd="0" parTransId="{8FD1FB77-EBA7-4425-A352-F40F74FCD7BE}" sibTransId="{EAFA31D2-C67E-44D2-8D25-F39BC3C2806B}"/>
    <dgm:cxn modelId="{A7ED11DC-CAD7-45E1-897A-D4D2078BAE3A}" type="presOf" srcId="{EFC43A57-1AF9-48A3-A0DF-0522A1F2D563}" destId="{CABC68F6-D9B0-440F-8580-CB865DFD2BD8}" srcOrd="1" destOrd="0" presId="urn:microsoft.com/office/officeart/2005/8/layout/list1"/>
    <dgm:cxn modelId="{203C48EE-CFA2-4F7A-A330-90938EFA0DF1}" type="presOf" srcId="{046D1B89-94D7-4C68-8CC4-B31EEE53F39F}" destId="{613BA2B0-E232-4E90-B933-99B59608DF04}" srcOrd="1" destOrd="0" presId="urn:microsoft.com/office/officeart/2005/8/layout/list1"/>
    <dgm:cxn modelId="{897A5C1D-FBC9-405D-8524-BF2781BE06D8}" type="presParOf" srcId="{40C6CB1A-E3AD-4597-AEAF-4B2FCA843615}" destId="{F795637F-C8C3-4EFC-8F04-5ED0014A932F}" srcOrd="0" destOrd="0" presId="urn:microsoft.com/office/officeart/2005/8/layout/list1"/>
    <dgm:cxn modelId="{E481EE8C-AD46-403E-BE27-0B991880042D}" type="presParOf" srcId="{F795637F-C8C3-4EFC-8F04-5ED0014A932F}" destId="{11CD5DDE-7219-4A93-AA97-1FEDD1643F4D}" srcOrd="0" destOrd="0" presId="urn:microsoft.com/office/officeart/2005/8/layout/list1"/>
    <dgm:cxn modelId="{38931524-FC85-431C-9406-1388788D69B8}" type="presParOf" srcId="{F795637F-C8C3-4EFC-8F04-5ED0014A932F}" destId="{CABC68F6-D9B0-440F-8580-CB865DFD2BD8}" srcOrd="1" destOrd="0" presId="urn:microsoft.com/office/officeart/2005/8/layout/list1"/>
    <dgm:cxn modelId="{10DE4703-E1C6-4F9D-AEEC-3EC83B3013FA}" type="presParOf" srcId="{40C6CB1A-E3AD-4597-AEAF-4B2FCA843615}" destId="{A5FC80F2-BA88-407A-8E98-E52991FFB264}" srcOrd="1" destOrd="0" presId="urn:microsoft.com/office/officeart/2005/8/layout/list1"/>
    <dgm:cxn modelId="{083DE02E-EA8A-4009-B122-CB21BAF902CA}" type="presParOf" srcId="{40C6CB1A-E3AD-4597-AEAF-4B2FCA843615}" destId="{78FF6DCF-27F6-459E-A9D7-D6D6B893BCD8}" srcOrd="2" destOrd="0" presId="urn:microsoft.com/office/officeart/2005/8/layout/list1"/>
    <dgm:cxn modelId="{42BAD437-E7CC-438F-B0AD-33E57A3279A1}" type="presParOf" srcId="{40C6CB1A-E3AD-4597-AEAF-4B2FCA843615}" destId="{0862C8C4-87F8-4923-BFF0-09F12EB09AF9}" srcOrd="3" destOrd="0" presId="urn:microsoft.com/office/officeart/2005/8/layout/list1"/>
    <dgm:cxn modelId="{53A48999-CD14-45DB-A61F-FFB3C8F61BED}" type="presParOf" srcId="{40C6CB1A-E3AD-4597-AEAF-4B2FCA843615}" destId="{B5037F9D-D6C1-4117-B8B0-A8103E72FC36}" srcOrd="4" destOrd="0" presId="urn:microsoft.com/office/officeart/2005/8/layout/list1"/>
    <dgm:cxn modelId="{35C6840D-E14D-421D-9FDE-F66B3F042C2D}" type="presParOf" srcId="{B5037F9D-D6C1-4117-B8B0-A8103E72FC36}" destId="{C40B7CB3-E7BF-47EF-9E7C-A5E9593A5899}" srcOrd="0" destOrd="0" presId="urn:microsoft.com/office/officeart/2005/8/layout/list1"/>
    <dgm:cxn modelId="{E91FEC2B-B480-4FFD-A596-5528AA961BF6}" type="presParOf" srcId="{B5037F9D-D6C1-4117-B8B0-A8103E72FC36}" destId="{613BA2B0-E232-4E90-B933-99B59608DF04}" srcOrd="1" destOrd="0" presId="urn:microsoft.com/office/officeart/2005/8/layout/list1"/>
    <dgm:cxn modelId="{80445157-9C15-42C8-825E-F1C6F76FAFFD}" type="presParOf" srcId="{40C6CB1A-E3AD-4597-AEAF-4B2FCA843615}" destId="{6110545D-D091-480C-9A9B-92E51D1A457E}" srcOrd="5" destOrd="0" presId="urn:microsoft.com/office/officeart/2005/8/layout/list1"/>
    <dgm:cxn modelId="{49F91F92-70BE-4274-8089-9B163D9C8CE5}" type="presParOf" srcId="{40C6CB1A-E3AD-4597-AEAF-4B2FCA843615}" destId="{37F40755-2276-4F0F-9FFF-A7F3A3C71B1F}" srcOrd="6" destOrd="0" presId="urn:microsoft.com/office/officeart/2005/8/layout/list1"/>
    <dgm:cxn modelId="{051687CB-20DB-465B-9355-896211F09FF2}" type="presParOf" srcId="{40C6CB1A-E3AD-4597-AEAF-4B2FCA843615}" destId="{2961B107-504F-435D-ACD1-4A81FE19DDB6}" srcOrd="7" destOrd="0" presId="urn:microsoft.com/office/officeart/2005/8/layout/list1"/>
    <dgm:cxn modelId="{847092FD-6F0D-4B40-A15A-13A882F9D1D1}" type="presParOf" srcId="{40C6CB1A-E3AD-4597-AEAF-4B2FCA843615}" destId="{BD39389F-449A-4E01-97D6-54BF05694CE2}" srcOrd="8" destOrd="0" presId="urn:microsoft.com/office/officeart/2005/8/layout/list1"/>
    <dgm:cxn modelId="{284417E7-813D-4B0A-91EA-23308E9C30B2}" type="presParOf" srcId="{BD39389F-449A-4E01-97D6-54BF05694CE2}" destId="{9F234C2F-3AF9-4C4C-BBFE-D406555E6291}" srcOrd="0" destOrd="0" presId="urn:microsoft.com/office/officeart/2005/8/layout/list1"/>
    <dgm:cxn modelId="{1C1974F8-82BF-4159-AAF8-9BD0D4307F2B}" type="presParOf" srcId="{BD39389F-449A-4E01-97D6-54BF05694CE2}" destId="{CB0DD37A-BCB5-4F8E-8A1E-DAFCBAEB2BAB}" srcOrd="1" destOrd="0" presId="urn:microsoft.com/office/officeart/2005/8/layout/list1"/>
    <dgm:cxn modelId="{31E0994A-5A89-4301-9F6D-3A2AECD339EA}" type="presParOf" srcId="{40C6CB1A-E3AD-4597-AEAF-4B2FCA843615}" destId="{FCBF0B31-28AA-494E-9788-5EB44803D8BD}" srcOrd="9" destOrd="0" presId="urn:microsoft.com/office/officeart/2005/8/layout/list1"/>
    <dgm:cxn modelId="{0DC7A978-C20F-48E4-A69F-BF97AE425CE4}" type="presParOf" srcId="{40C6CB1A-E3AD-4597-AEAF-4B2FCA843615}" destId="{2F15CF9B-A0EA-4675-8655-2B0F5780190F}" srcOrd="10" destOrd="0" presId="urn:microsoft.com/office/officeart/2005/8/layout/list1"/>
    <dgm:cxn modelId="{356E7275-02A5-4D26-9675-DA97E447B971}" type="presParOf" srcId="{40C6CB1A-E3AD-4597-AEAF-4B2FCA843615}" destId="{1DC9A144-B2C0-4C97-8D79-2E9CC9CF1021}" srcOrd="11" destOrd="0" presId="urn:microsoft.com/office/officeart/2005/8/layout/list1"/>
    <dgm:cxn modelId="{12A1778D-E325-4247-80FC-CE0F71CD60C3}" type="presParOf" srcId="{40C6CB1A-E3AD-4597-AEAF-4B2FCA843615}" destId="{2F26806F-EA2D-4AFE-A2E9-9C563BA684B5}" srcOrd="12" destOrd="0" presId="urn:microsoft.com/office/officeart/2005/8/layout/list1"/>
    <dgm:cxn modelId="{6FBC8534-9FDE-491E-90CB-0618492A31F8}" type="presParOf" srcId="{2F26806F-EA2D-4AFE-A2E9-9C563BA684B5}" destId="{42AE471A-B684-46E5-AFCF-EEF0D85BC94C}" srcOrd="0" destOrd="0" presId="urn:microsoft.com/office/officeart/2005/8/layout/list1"/>
    <dgm:cxn modelId="{7D228163-07F9-4358-A082-2DF52D893B54}" type="presParOf" srcId="{2F26806F-EA2D-4AFE-A2E9-9C563BA684B5}" destId="{D085FC35-B3AA-4ADB-8CE6-8421652FC906}" srcOrd="1" destOrd="0" presId="urn:microsoft.com/office/officeart/2005/8/layout/list1"/>
    <dgm:cxn modelId="{A56F6F05-3826-4D2C-AAEE-B646B0E1F9B1}" type="presParOf" srcId="{40C6CB1A-E3AD-4597-AEAF-4B2FCA843615}" destId="{7F4B4EF4-27C9-471E-BBF2-3430182153E9}" srcOrd="13" destOrd="0" presId="urn:microsoft.com/office/officeart/2005/8/layout/list1"/>
    <dgm:cxn modelId="{BA05FB4B-F902-4179-AFFF-804A3C013D41}" type="presParOf" srcId="{40C6CB1A-E3AD-4597-AEAF-4B2FCA843615}" destId="{579F0DA8-E655-42F8-8C9F-EF422196992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B62D11-087C-4AE5-A257-672E88C5A0CB}" type="doc">
      <dgm:prSet loTypeId="urn:microsoft.com/office/officeart/2005/8/layout/process5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64AD748-D65A-4C5F-A2E8-ED1D47D418CC}">
      <dgm:prSet/>
      <dgm:spPr/>
      <dgm:t>
        <a:bodyPr/>
        <a:lstStyle/>
        <a:p>
          <a:r>
            <a:rPr lang="es-ES" noProof="0" dirty="0"/>
            <a:t> Trabajo remoto en auge tras la pandemia.</a:t>
          </a:r>
        </a:p>
      </dgm:t>
    </dgm:pt>
    <dgm:pt modelId="{93329ADF-57E6-4BFB-87DC-544EBB3874C4}" type="parTrans" cxnId="{4C285677-7BD6-4708-9849-944D2474EDEA}">
      <dgm:prSet/>
      <dgm:spPr/>
      <dgm:t>
        <a:bodyPr/>
        <a:lstStyle/>
        <a:p>
          <a:endParaRPr lang="en-US"/>
        </a:p>
      </dgm:t>
    </dgm:pt>
    <dgm:pt modelId="{1DD9A3C2-31EE-438A-8F76-535DDCB6F309}" type="sibTrans" cxnId="{4C285677-7BD6-4708-9849-944D2474EDEA}">
      <dgm:prSet/>
      <dgm:spPr/>
      <dgm:t>
        <a:bodyPr/>
        <a:lstStyle/>
        <a:p>
          <a:endParaRPr lang="es-ES" noProof="0" dirty="0"/>
        </a:p>
      </dgm:t>
    </dgm:pt>
    <dgm:pt modelId="{5357C83B-6C14-4C0E-885B-DED4F373C2EC}">
      <dgm:prSet/>
      <dgm:spPr/>
      <dgm:t>
        <a:bodyPr/>
        <a:lstStyle/>
        <a:p>
          <a:r>
            <a:rPr lang="es-ES" noProof="0" dirty="0"/>
            <a:t> Faltan espacios virtuales más humanos y colaborativos.</a:t>
          </a:r>
        </a:p>
      </dgm:t>
    </dgm:pt>
    <dgm:pt modelId="{37D511BB-1447-4BD5-99E9-0473C42787AC}" type="parTrans" cxnId="{5A18F1AD-C8DE-44A1-9677-F4F5F3D63619}">
      <dgm:prSet/>
      <dgm:spPr/>
      <dgm:t>
        <a:bodyPr/>
        <a:lstStyle/>
        <a:p>
          <a:endParaRPr lang="en-US"/>
        </a:p>
      </dgm:t>
    </dgm:pt>
    <dgm:pt modelId="{D956D121-08E7-4592-902D-8732FA588A40}" type="sibTrans" cxnId="{5A18F1AD-C8DE-44A1-9677-F4F5F3D63619}">
      <dgm:prSet/>
      <dgm:spPr/>
      <dgm:t>
        <a:bodyPr/>
        <a:lstStyle/>
        <a:p>
          <a:endParaRPr lang="es-ES" noProof="0" dirty="0"/>
        </a:p>
      </dgm:t>
    </dgm:pt>
    <dgm:pt modelId="{F0A7035E-0BF3-44D5-8386-BD284292AEB4}">
      <dgm:prSet/>
      <dgm:spPr/>
      <dgm:t>
        <a:bodyPr/>
        <a:lstStyle/>
        <a:p>
          <a:r>
            <a:rPr lang="es-ES" noProof="0" dirty="0"/>
            <a:t> Inspirado en Habbo, Gather, Mozilla Hubs.</a:t>
          </a:r>
        </a:p>
      </dgm:t>
    </dgm:pt>
    <dgm:pt modelId="{44DC73E2-4A2E-4C1C-829D-A7B74201B075}" type="parTrans" cxnId="{E53893B0-4113-4439-BA6E-3B635BD1DABD}">
      <dgm:prSet/>
      <dgm:spPr/>
      <dgm:t>
        <a:bodyPr/>
        <a:lstStyle/>
        <a:p>
          <a:endParaRPr lang="en-US"/>
        </a:p>
      </dgm:t>
    </dgm:pt>
    <dgm:pt modelId="{E9D7D89D-87CF-4030-9917-C5EEE96533F1}" type="sibTrans" cxnId="{E53893B0-4113-4439-BA6E-3B635BD1DABD}">
      <dgm:prSet/>
      <dgm:spPr/>
      <dgm:t>
        <a:bodyPr/>
        <a:lstStyle/>
        <a:p>
          <a:endParaRPr lang="es-ES" noProof="0" dirty="0"/>
        </a:p>
      </dgm:t>
    </dgm:pt>
    <dgm:pt modelId="{9E7BFBB9-98F3-443F-B2D3-902BD576D3B8}">
      <dgm:prSet/>
      <dgm:spPr/>
      <dgm:t>
        <a:bodyPr/>
        <a:lstStyle/>
        <a:p>
          <a:r>
            <a:rPr lang="es-ES" noProof="0" dirty="0"/>
            <a:t> Aplicación 2D profesional, segura y eficiente.</a:t>
          </a:r>
        </a:p>
      </dgm:t>
    </dgm:pt>
    <dgm:pt modelId="{EB5A9BC3-F795-47FB-B7C8-69BC3B076D2F}" type="parTrans" cxnId="{2AA7E6D4-4887-4CA8-946C-C1F6A9A8A120}">
      <dgm:prSet/>
      <dgm:spPr/>
      <dgm:t>
        <a:bodyPr/>
        <a:lstStyle/>
        <a:p>
          <a:endParaRPr lang="en-US"/>
        </a:p>
      </dgm:t>
    </dgm:pt>
    <dgm:pt modelId="{4F712873-C529-4A61-B150-3A158C8A2F49}" type="sibTrans" cxnId="{2AA7E6D4-4887-4CA8-946C-C1F6A9A8A120}">
      <dgm:prSet/>
      <dgm:spPr/>
      <dgm:t>
        <a:bodyPr/>
        <a:lstStyle/>
        <a:p>
          <a:endParaRPr lang="en-US"/>
        </a:p>
      </dgm:t>
    </dgm:pt>
    <dgm:pt modelId="{D4FE56F1-00F1-4C4D-999C-09C46946FE9C}" type="pres">
      <dgm:prSet presAssocID="{6FB62D11-087C-4AE5-A257-672E88C5A0CB}" presName="diagram" presStyleCnt="0">
        <dgm:presLayoutVars>
          <dgm:dir/>
          <dgm:resizeHandles val="exact"/>
        </dgm:presLayoutVars>
      </dgm:prSet>
      <dgm:spPr/>
    </dgm:pt>
    <dgm:pt modelId="{76983C41-6246-4B16-9ADA-0B5BE3AC422E}" type="pres">
      <dgm:prSet presAssocID="{064AD748-D65A-4C5F-A2E8-ED1D47D418CC}" presName="node" presStyleLbl="node1" presStyleIdx="0" presStyleCnt="4">
        <dgm:presLayoutVars>
          <dgm:bulletEnabled val="1"/>
        </dgm:presLayoutVars>
      </dgm:prSet>
      <dgm:spPr/>
    </dgm:pt>
    <dgm:pt modelId="{0296810F-B1EF-4051-B7A5-32962734D054}" type="pres">
      <dgm:prSet presAssocID="{1DD9A3C2-31EE-438A-8F76-535DDCB6F309}" presName="sibTrans" presStyleLbl="sibTrans2D1" presStyleIdx="0" presStyleCnt="3"/>
      <dgm:spPr/>
    </dgm:pt>
    <dgm:pt modelId="{6E50120C-0ECF-4986-B5C5-F5CD12698E3D}" type="pres">
      <dgm:prSet presAssocID="{1DD9A3C2-31EE-438A-8F76-535DDCB6F309}" presName="connectorText" presStyleLbl="sibTrans2D1" presStyleIdx="0" presStyleCnt="3"/>
      <dgm:spPr/>
    </dgm:pt>
    <dgm:pt modelId="{8AC208C1-9270-4018-A51F-3EF3FC1E0364}" type="pres">
      <dgm:prSet presAssocID="{5357C83B-6C14-4C0E-885B-DED4F373C2EC}" presName="node" presStyleLbl="node1" presStyleIdx="1" presStyleCnt="4">
        <dgm:presLayoutVars>
          <dgm:bulletEnabled val="1"/>
        </dgm:presLayoutVars>
      </dgm:prSet>
      <dgm:spPr/>
    </dgm:pt>
    <dgm:pt modelId="{EBF0D015-9950-4715-B7CB-4E6BE036AF5A}" type="pres">
      <dgm:prSet presAssocID="{D956D121-08E7-4592-902D-8732FA588A40}" presName="sibTrans" presStyleLbl="sibTrans2D1" presStyleIdx="1" presStyleCnt="3"/>
      <dgm:spPr/>
    </dgm:pt>
    <dgm:pt modelId="{E9B70165-013A-4956-9F58-B6BBE3DE243D}" type="pres">
      <dgm:prSet presAssocID="{D956D121-08E7-4592-902D-8732FA588A40}" presName="connectorText" presStyleLbl="sibTrans2D1" presStyleIdx="1" presStyleCnt="3"/>
      <dgm:spPr/>
    </dgm:pt>
    <dgm:pt modelId="{041D34CE-2761-4B98-B7D8-BB84AB7399A7}" type="pres">
      <dgm:prSet presAssocID="{F0A7035E-0BF3-44D5-8386-BD284292AEB4}" presName="node" presStyleLbl="node1" presStyleIdx="2" presStyleCnt="4">
        <dgm:presLayoutVars>
          <dgm:bulletEnabled val="1"/>
        </dgm:presLayoutVars>
      </dgm:prSet>
      <dgm:spPr/>
    </dgm:pt>
    <dgm:pt modelId="{09A3F863-8CFD-4650-93F8-34623D47BA33}" type="pres">
      <dgm:prSet presAssocID="{E9D7D89D-87CF-4030-9917-C5EEE96533F1}" presName="sibTrans" presStyleLbl="sibTrans2D1" presStyleIdx="2" presStyleCnt="3"/>
      <dgm:spPr/>
    </dgm:pt>
    <dgm:pt modelId="{BFED812B-6B67-40DB-9F39-AA1B31F7E525}" type="pres">
      <dgm:prSet presAssocID="{E9D7D89D-87CF-4030-9917-C5EEE96533F1}" presName="connectorText" presStyleLbl="sibTrans2D1" presStyleIdx="2" presStyleCnt="3"/>
      <dgm:spPr/>
    </dgm:pt>
    <dgm:pt modelId="{B080CC64-49F1-4FE5-9BFA-EDB018F32597}" type="pres">
      <dgm:prSet presAssocID="{9E7BFBB9-98F3-443F-B2D3-902BD576D3B8}" presName="node" presStyleLbl="node1" presStyleIdx="3" presStyleCnt="4">
        <dgm:presLayoutVars>
          <dgm:bulletEnabled val="1"/>
        </dgm:presLayoutVars>
      </dgm:prSet>
      <dgm:spPr/>
    </dgm:pt>
  </dgm:ptLst>
  <dgm:cxnLst>
    <dgm:cxn modelId="{D158A803-F6F5-4663-AA2F-C7F5823E58D5}" type="presOf" srcId="{D956D121-08E7-4592-902D-8732FA588A40}" destId="{EBF0D015-9950-4715-B7CB-4E6BE036AF5A}" srcOrd="0" destOrd="0" presId="urn:microsoft.com/office/officeart/2005/8/layout/process5"/>
    <dgm:cxn modelId="{DA28A904-BA47-40AE-8AC5-3231A44D8B40}" type="presOf" srcId="{064AD748-D65A-4C5F-A2E8-ED1D47D418CC}" destId="{76983C41-6246-4B16-9ADA-0B5BE3AC422E}" srcOrd="0" destOrd="0" presId="urn:microsoft.com/office/officeart/2005/8/layout/process5"/>
    <dgm:cxn modelId="{ACC03A2E-21AC-4D1C-9FF7-48B4F00C6E78}" type="presOf" srcId="{9E7BFBB9-98F3-443F-B2D3-902BD576D3B8}" destId="{B080CC64-49F1-4FE5-9BFA-EDB018F32597}" srcOrd="0" destOrd="0" presId="urn:microsoft.com/office/officeart/2005/8/layout/process5"/>
    <dgm:cxn modelId="{C4455F37-3D25-48E6-A33F-790749D62262}" type="presOf" srcId="{6FB62D11-087C-4AE5-A257-672E88C5A0CB}" destId="{D4FE56F1-00F1-4C4D-999C-09C46946FE9C}" srcOrd="0" destOrd="0" presId="urn:microsoft.com/office/officeart/2005/8/layout/process5"/>
    <dgm:cxn modelId="{F8966D76-F4EA-479C-BD8A-7A469DE15E61}" type="presOf" srcId="{1DD9A3C2-31EE-438A-8F76-535DDCB6F309}" destId="{0296810F-B1EF-4051-B7A5-32962734D054}" srcOrd="0" destOrd="0" presId="urn:microsoft.com/office/officeart/2005/8/layout/process5"/>
    <dgm:cxn modelId="{4C285677-7BD6-4708-9849-944D2474EDEA}" srcId="{6FB62D11-087C-4AE5-A257-672E88C5A0CB}" destId="{064AD748-D65A-4C5F-A2E8-ED1D47D418CC}" srcOrd="0" destOrd="0" parTransId="{93329ADF-57E6-4BFB-87DC-544EBB3874C4}" sibTransId="{1DD9A3C2-31EE-438A-8F76-535DDCB6F309}"/>
    <dgm:cxn modelId="{5A18F1AD-C8DE-44A1-9677-F4F5F3D63619}" srcId="{6FB62D11-087C-4AE5-A257-672E88C5A0CB}" destId="{5357C83B-6C14-4C0E-885B-DED4F373C2EC}" srcOrd="1" destOrd="0" parTransId="{37D511BB-1447-4BD5-99E9-0473C42787AC}" sibTransId="{D956D121-08E7-4592-902D-8732FA588A40}"/>
    <dgm:cxn modelId="{359120B0-6C4F-4611-97A6-703F4D8DD568}" type="presOf" srcId="{5357C83B-6C14-4C0E-885B-DED4F373C2EC}" destId="{8AC208C1-9270-4018-A51F-3EF3FC1E0364}" srcOrd="0" destOrd="0" presId="urn:microsoft.com/office/officeart/2005/8/layout/process5"/>
    <dgm:cxn modelId="{E53893B0-4113-4439-BA6E-3B635BD1DABD}" srcId="{6FB62D11-087C-4AE5-A257-672E88C5A0CB}" destId="{F0A7035E-0BF3-44D5-8386-BD284292AEB4}" srcOrd="2" destOrd="0" parTransId="{44DC73E2-4A2E-4C1C-829D-A7B74201B075}" sibTransId="{E9D7D89D-87CF-4030-9917-C5EEE96533F1}"/>
    <dgm:cxn modelId="{2AA7E6D4-4887-4CA8-946C-C1F6A9A8A120}" srcId="{6FB62D11-087C-4AE5-A257-672E88C5A0CB}" destId="{9E7BFBB9-98F3-443F-B2D3-902BD576D3B8}" srcOrd="3" destOrd="0" parTransId="{EB5A9BC3-F795-47FB-B7C8-69BC3B076D2F}" sibTransId="{4F712873-C529-4A61-B150-3A158C8A2F49}"/>
    <dgm:cxn modelId="{122853DF-F41A-4850-8D2B-C19ED62376EC}" type="presOf" srcId="{F0A7035E-0BF3-44D5-8386-BD284292AEB4}" destId="{041D34CE-2761-4B98-B7D8-BB84AB7399A7}" srcOrd="0" destOrd="0" presId="urn:microsoft.com/office/officeart/2005/8/layout/process5"/>
    <dgm:cxn modelId="{C3CE2BE3-102C-4D60-8756-AC7C80748A8E}" type="presOf" srcId="{E9D7D89D-87CF-4030-9917-C5EEE96533F1}" destId="{09A3F863-8CFD-4650-93F8-34623D47BA33}" srcOrd="0" destOrd="0" presId="urn:microsoft.com/office/officeart/2005/8/layout/process5"/>
    <dgm:cxn modelId="{6C8632ED-AEB0-41BC-B4F6-70C5B122CBF5}" type="presOf" srcId="{1DD9A3C2-31EE-438A-8F76-535DDCB6F309}" destId="{6E50120C-0ECF-4986-B5C5-F5CD12698E3D}" srcOrd="1" destOrd="0" presId="urn:microsoft.com/office/officeart/2005/8/layout/process5"/>
    <dgm:cxn modelId="{117C81F9-D881-41A0-8358-B9F730FE594F}" type="presOf" srcId="{D956D121-08E7-4592-902D-8732FA588A40}" destId="{E9B70165-013A-4956-9F58-B6BBE3DE243D}" srcOrd="1" destOrd="0" presId="urn:microsoft.com/office/officeart/2005/8/layout/process5"/>
    <dgm:cxn modelId="{538A8CFA-A1BB-4100-B24D-983BA98313E7}" type="presOf" srcId="{E9D7D89D-87CF-4030-9917-C5EEE96533F1}" destId="{BFED812B-6B67-40DB-9F39-AA1B31F7E525}" srcOrd="1" destOrd="0" presId="urn:microsoft.com/office/officeart/2005/8/layout/process5"/>
    <dgm:cxn modelId="{C52B6725-5D16-4695-82EA-2277D551648B}" type="presParOf" srcId="{D4FE56F1-00F1-4C4D-999C-09C46946FE9C}" destId="{76983C41-6246-4B16-9ADA-0B5BE3AC422E}" srcOrd="0" destOrd="0" presId="urn:microsoft.com/office/officeart/2005/8/layout/process5"/>
    <dgm:cxn modelId="{8ACAEA31-C00E-4788-89F1-561B06C2B5AE}" type="presParOf" srcId="{D4FE56F1-00F1-4C4D-999C-09C46946FE9C}" destId="{0296810F-B1EF-4051-B7A5-32962734D054}" srcOrd="1" destOrd="0" presId="urn:microsoft.com/office/officeart/2005/8/layout/process5"/>
    <dgm:cxn modelId="{74FE8F76-CC30-465D-B987-9963732A9FD5}" type="presParOf" srcId="{0296810F-B1EF-4051-B7A5-32962734D054}" destId="{6E50120C-0ECF-4986-B5C5-F5CD12698E3D}" srcOrd="0" destOrd="0" presId="urn:microsoft.com/office/officeart/2005/8/layout/process5"/>
    <dgm:cxn modelId="{F6A2F24B-B80B-41F9-A447-814D40734422}" type="presParOf" srcId="{D4FE56F1-00F1-4C4D-999C-09C46946FE9C}" destId="{8AC208C1-9270-4018-A51F-3EF3FC1E0364}" srcOrd="2" destOrd="0" presId="urn:microsoft.com/office/officeart/2005/8/layout/process5"/>
    <dgm:cxn modelId="{304A68DC-0EFD-4C61-B16D-F22EC45E6AB5}" type="presParOf" srcId="{D4FE56F1-00F1-4C4D-999C-09C46946FE9C}" destId="{EBF0D015-9950-4715-B7CB-4E6BE036AF5A}" srcOrd="3" destOrd="0" presId="urn:microsoft.com/office/officeart/2005/8/layout/process5"/>
    <dgm:cxn modelId="{4C18115C-65F7-443B-B99F-3DBE8CB81B85}" type="presParOf" srcId="{EBF0D015-9950-4715-B7CB-4E6BE036AF5A}" destId="{E9B70165-013A-4956-9F58-B6BBE3DE243D}" srcOrd="0" destOrd="0" presId="urn:microsoft.com/office/officeart/2005/8/layout/process5"/>
    <dgm:cxn modelId="{BA8F3A16-228A-4855-A2F8-4CAF409FBD5D}" type="presParOf" srcId="{D4FE56F1-00F1-4C4D-999C-09C46946FE9C}" destId="{041D34CE-2761-4B98-B7D8-BB84AB7399A7}" srcOrd="4" destOrd="0" presId="urn:microsoft.com/office/officeart/2005/8/layout/process5"/>
    <dgm:cxn modelId="{AFABF101-3CFF-474C-909B-03EA8589684E}" type="presParOf" srcId="{D4FE56F1-00F1-4C4D-999C-09C46946FE9C}" destId="{09A3F863-8CFD-4650-93F8-34623D47BA33}" srcOrd="5" destOrd="0" presId="urn:microsoft.com/office/officeart/2005/8/layout/process5"/>
    <dgm:cxn modelId="{44F54B9F-4A28-47D4-8E04-7885FC3DF861}" type="presParOf" srcId="{09A3F863-8CFD-4650-93F8-34623D47BA33}" destId="{BFED812B-6B67-40DB-9F39-AA1B31F7E525}" srcOrd="0" destOrd="0" presId="urn:microsoft.com/office/officeart/2005/8/layout/process5"/>
    <dgm:cxn modelId="{09B47292-5D8D-446A-973E-6FF8F81E5B04}" type="presParOf" srcId="{D4FE56F1-00F1-4C4D-999C-09C46946FE9C}" destId="{B080CC64-49F1-4FE5-9BFA-EDB018F32597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35B064-512D-4F94-A229-83EC2EA794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2BDC894-FB47-4813-BBE2-635478864638}">
      <dgm:prSet/>
      <dgm:spPr/>
      <dgm:t>
        <a:bodyPr/>
        <a:lstStyle/>
        <a:p>
          <a:r>
            <a:rPr lang="es-ES" noProof="0" dirty="0"/>
            <a:t> Teletrabajo tras la pandemia</a:t>
          </a:r>
        </a:p>
      </dgm:t>
    </dgm:pt>
    <dgm:pt modelId="{7D373788-CF38-4CC0-A173-8B95234AE55C}" type="parTrans" cxnId="{C8EC837D-D674-4EAB-A8D1-91506C58011F}">
      <dgm:prSet/>
      <dgm:spPr/>
      <dgm:t>
        <a:bodyPr/>
        <a:lstStyle/>
        <a:p>
          <a:endParaRPr lang="en-US"/>
        </a:p>
      </dgm:t>
    </dgm:pt>
    <dgm:pt modelId="{9DB4BAC9-E39A-4808-AA6B-9D5EEE1DCDBD}" type="sibTrans" cxnId="{C8EC837D-D674-4EAB-A8D1-91506C58011F}">
      <dgm:prSet/>
      <dgm:spPr/>
      <dgm:t>
        <a:bodyPr/>
        <a:lstStyle/>
        <a:p>
          <a:endParaRPr lang="en-US"/>
        </a:p>
      </dgm:t>
    </dgm:pt>
    <dgm:pt modelId="{2ECAA9C1-5C0A-4A2A-8D96-1B499A8D73A0}">
      <dgm:prSet/>
      <dgm:spPr/>
      <dgm:t>
        <a:bodyPr/>
        <a:lstStyle/>
        <a:p>
          <a:r>
            <a:rPr lang="es-ES" noProof="0" dirty="0"/>
            <a:t> Limitaciones de herramientas como Zoom/Meet</a:t>
          </a:r>
        </a:p>
      </dgm:t>
    </dgm:pt>
    <dgm:pt modelId="{DE4BB0E3-3F46-42FF-8E43-012D4A26AFC5}" type="parTrans" cxnId="{E5BC7E55-59A6-415C-BB0F-823A1B59288F}">
      <dgm:prSet/>
      <dgm:spPr/>
      <dgm:t>
        <a:bodyPr/>
        <a:lstStyle/>
        <a:p>
          <a:endParaRPr lang="en-US"/>
        </a:p>
      </dgm:t>
    </dgm:pt>
    <dgm:pt modelId="{7D8FFF3D-406D-46B7-8936-67751E685BE0}" type="sibTrans" cxnId="{E5BC7E55-59A6-415C-BB0F-823A1B59288F}">
      <dgm:prSet/>
      <dgm:spPr/>
      <dgm:t>
        <a:bodyPr/>
        <a:lstStyle/>
        <a:p>
          <a:endParaRPr lang="en-US"/>
        </a:p>
      </dgm:t>
    </dgm:pt>
    <dgm:pt modelId="{00FCCC4A-5553-46AD-8ACD-360F6BBF5E2E}">
      <dgm:prSet/>
      <dgm:spPr/>
      <dgm:t>
        <a:bodyPr/>
        <a:lstStyle/>
        <a:p>
          <a:r>
            <a:rPr lang="es-ES" noProof="0" dirty="0"/>
            <a:t> Necesidad de entornos colaborativos más humanos</a:t>
          </a:r>
        </a:p>
      </dgm:t>
    </dgm:pt>
    <dgm:pt modelId="{41D4338F-F869-4D8D-9CC8-3EE22C78C80C}" type="parTrans" cxnId="{9B5B77DF-2263-4385-B0A9-A44870A3CAA8}">
      <dgm:prSet/>
      <dgm:spPr/>
      <dgm:t>
        <a:bodyPr/>
        <a:lstStyle/>
        <a:p>
          <a:endParaRPr lang="en-US"/>
        </a:p>
      </dgm:t>
    </dgm:pt>
    <dgm:pt modelId="{F4AD8FA2-1639-4130-8056-D721D83AE0B8}" type="sibTrans" cxnId="{9B5B77DF-2263-4385-B0A9-A44870A3CAA8}">
      <dgm:prSet/>
      <dgm:spPr/>
      <dgm:t>
        <a:bodyPr/>
        <a:lstStyle/>
        <a:p>
          <a:endParaRPr lang="en-US"/>
        </a:p>
      </dgm:t>
    </dgm:pt>
    <dgm:pt modelId="{4BF8999A-B7AF-459B-BBAB-B9C4B52DB64C}" type="pres">
      <dgm:prSet presAssocID="{5935B064-512D-4F94-A229-83EC2EA7944D}" presName="root" presStyleCnt="0">
        <dgm:presLayoutVars>
          <dgm:dir/>
          <dgm:resizeHandles val="exact"/>
        </dgm:presLayoutVars>
      </dgm:prSet>
      <dgm:spPr/>
    </dgm:pt>
    <dgm:pt modelId="{1560C655-327B-4749-B588-8D1322CAAEDF}" type="pres">
      <dgm:prSet presAssocID="{E2BDC894-FB47-4813-BBE2-635478864638}" presName="compNode" presStyleCnt="0"/>
      <dgm:spPr/>
    </dgm:pt>
    <dgm:pt modelId="{40F9F2EF-6CA2-4EC1-ACE5-713AB849E338}" type="pres">
      <dgm:prSet presAssocID="{E2BDC894-FB47-4813-BBE2-635478864638}" presName="bgRect" presStyleLbl="bgShp" presStyleIdx="0" presStyleCnt="3"/>
      <dgm:spPr/>
    </dgm:pt>
    <dgm:pt modelId="{7BB6AA5B-CD54-45E0-8B6D-C9E1E5B581CE}" type="pres">
      <dgm:prSet presAssocID="{E2BDC894-FB47-4813-BBE2-6354788646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uja"/>
        </a:ext>
      </dgm:extLst>
    </dgm:pt>
    <dgm:pt modelId="{242EFBCA-F362-4BB1-8201-7915AB04C2D8}" type="pres">
      <dgm:prSet presAssocID="{E2BDC894-FB47-4813-BBE2-635478864638}" presName="spaceRect" presStyleCnt="0"/>
      <dgm:spPr/>
    </dgm:pt>
    <dgm:pt modelId="{F9791BED-C46C-4CD5-A6AD-1C8339D14716}" type="pres">
      <dgm:prSet presAssocID="{E2BDC894-FB47-4813-BBE2-635478864638}" presName="parTx" presStyleLbl="revTx" presStyleIdx="0" presStyleCnt="3">
        <dgm:presLayoutVars>
          <dgm:chMax val="0"/>
          <dgm:chPref val="0"/>
        </dgm:presLayoutVars>
      </dgm:prSet>
      <dgm:spPr/>
    </dgm:pt>
    <dgm:pt modelId="{95F97F7A-4D44-48A9-BDB1-21C8E38C14E7}" type="pres">
      <dgm:prSet presAssocID="{9DB4BAC9-E39A-4808-AA6B-9D5EEE1DCDBD}" presName="sibTrans" presStyleCnt="0"/>
      <dgm:spPr/>
    </dgm:pt>
    <dgm:pt modelId="{FEADD22D-EF0D-4547-A2ED-FE949EDA69FF}" type="pres">
      <dgm:prSet presAssocID="{2ECAA9C1-5C0A-4A2A-8D96-1B499A8D73A0}" presName="compNode" presStyleCnt="0"/>
      <dgm:spPr/>
    </dgm:pt>
    <dgm:pt modelId="{5D069048-5733-42EC-96DB-DF2E950C6493}" type="pres">
      <dgm:prSet presAssocID="{2ECAA9C1-5C0A-4A2A-8D96-1B499A8D73A0}" presName="bgRect" presStyleLbl="bgShp" presStyleIdx="1" presStyleCnt="3"/>
      <dgm:spPr/>
    </dgm:pt>
    <dgm:pt modelId="{8B07E2B0-E8A7-4C50-96BC-5545E82C1B8B}" type="pres">
      <dgm:prSet presAssocID="{2ECAA9C1-5C0A-4A2A-8D96-1B499A8D73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B3C8B252-877F-45A1-9950-98382210545F}" type="pres">
      <dgm:prSet presAssocID="{2ECAA9C1-5C0A-4A2A-8D96-1B499A8D73A0}" presName="spaceRect" presStyleCnt="0"/>
      <dgm:spPr/>
    </dgm:pt>
    <dgm:pt modelId="{D3E770B7-E7D3-494D-A892-7118D462B3C3}" type="pres">
      <dgm:prSet presAssocID="{2ECAA9C1-5C0A-4A2A-8D96-1B499A8D73A0}" presName="parTx" presStyleLbl="revTx" presStyleIdx="1" presStyleCnt="3">
        <dgm:presLayoutVars>
          <dgm:chMax val="0"/>
          <dgm:chPref val="0"/>
        </dgm:presLayoutVars>
      </dgm:prSet>
      <dgm:spPr/>
    </dgm:pt>
    <dgm:pt modelId="{DA34F9CB-D689-4E65-9CBC-FF4EF2F21C9F}" type="pres">
      <dgm:prSet presAssocID="{7D8FFF3D-406D-46B7-8936-67751E685BE0}" presName="sibTrans" presStyleCnt="0"/>
      <dgm:spPr/>
    </dgm:pt>
    <dgm:pt modelId="{2C26F118-6F65-4FB4-B617-A35C6E4F1A29}" type="pres">
      <dgm:prSet presAssocID="{00FCCC4A-5553-46AD-8ACD-360F6BBF5E2E}" presName="compNode" presStyleCnt="0"/>
      <dgm:spPr/>
    </dgm:pt>
    <dgm:pt modelId="{9FFF31AC-18BA-4A58-96B1-A0291F4AD360}" type="pres">
      <dgm:prSet presAssocID="{00FCCC4A-5553-46AD-8ACD-360F6BBF5E2E}" presName="bgRect" presStyleLbl="bgShp" presStyleIdx="2" presStyleCnt="3"/>
      <dgm:spPr/>
    </dgm:pt>
    <dgm:pt modelId="{2415974B-B060-43A1-8B55-2F6792AE56E8}" type="pres">
      <dgm:prSet presAssocID="{00FCCC4A-5553-46AD-8ACD-360F6BBF5E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927DB877-6173-4A2E-9EC7-A65651B6628F}" type="pres">
      <dgm:prSet presAssocID="{00FCCC4A-5553-46AD-8ACD-360F6BBF5E2E}" presName="spaceRect" presStyleCnt="0"/>
      <dgm:spPr/>
    </dgm:pt>
    <dgm:pt modelId="{F00BCD77-955B-448F-A249-D14B4A9F87BF}" type="pres">
      <dgm:prSet presAssocID="{00FCCC4A-5553-46AD-8ACD-360F6BBF5E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53F9121-B40D-4A74-A098-279AE0AC9791}" type="presOf" srcId="{5935B064-512D-4F94-A229-83EC2EA7944D}" destId="{4BF8999A-B7AF-459B-BBAB-B9C4B52DB64C}" srcOrd="0" destOrd="0" presId="urn:microsoft.com/office/officeart/2018/2/layout/IconVerticalSolidList"/>
    <dgm:cxn modelId="{E5BC7E55-59A6-415C-BB0F-823A1B59288F}" srcId="{5935B064-512D-4F94-A229-83EC2EA7944D}" destId="{2ECAA9C1-5C0A-4A2A-8D96-1B499A8D73A0}" srcOrd="1" destOrd="0" parTransId="{DE4BB0E3-3F46-42FF-8E43-012D4A26AFC5}" sibTransId="{7D8FFF3D-406D-46B7-8936-67751E685BE0}"/>
    <dgm:cxn modelId="{C8EC837D-D674-4EAB-A8D1-91506C58011F}" srcId="{5935B064-512D-4F94-A229-83EC2EA7944D}" destId="{E2BDC894-FB47-4813-BBE2-635478864638}" srcOrd="0" destOrd="0" parTransId="{7D373788-CF38-4CC0-A173-8B95234AE55C}" sibTransId="{9DB4BAC9-E39A-4808-AA6B-9D5EEE1DCDBD}"/>
    <dgm:cxn modelId="{2F8CB0AD-F9A0-491A-BEC4-EEB59F375D56}" type="presOf" srcId="{E2BDC894-FB47-4813-BBE2-635478864638}" destId="{F9791BED-C46C-4CD5-A6AD-1C8339D14716}" srcOrd="0" destOrd="0" presId="urn:microsoft.com/office/officeart/2018/2/layout/IconVerticalSolidList"/>
    <dgm:cxn modelId="{081141CD-4C41-479A-9011-267E14ECD666}" type="presOf" srcId="{00FCCC4A-5553-46AD-8ACD-360F6BBF5E2E}" destId="{F00BCD77-955B-448F-A249-D14B4A9F87BF}" srcOrd="0" destOrd="0" presId="urn:microsoft.com/office/officeart/2018/2/layout/IconVerticalSolidList"/>
    <dgm:cxn modelId="{9B5B77DF-2263-4385-B0A9-A44870A3CAA8}" srcId="{5935B064-512D-4F94-A229-83EC2EA7944D}" destId="{00FCCC4A-5553-46AD-8ACD-360F6BBF5E2E}" srcOrd="2" destOrd="0" parTransId="{41D4338F-F869-4D8D-9CC8-3EE22C78C80C}" sibTransId="{F4AD8FA2-1639-4130-8056-D721D83AE0B8}"/>
    <dgm:cxn modelId="{67E46EED-3A82-4CB4-A69C-E3C4C9E627C3}" type="presOf" srcId="{2ECAA9C1-5C0A-4A2A-8D96-1B499A8D73A0}" destId="{D3E770B7-E7D3-494D-A892-7118D462B3C3}" srcOrd="0" destOrd="0" presId="urn:microsoft.com/office/officeart/2018/2/layout/IconVerticalSolidList"/>
    <dgm:cxn modelId="{5437F92A-1920-425D-ABC5-0DCFA094E2D4}" type="presParOf" srcId="{4BF8999A-B7AF-459B-BBAB-B9C4B52DB64C}" destId="{1560C655-327B-4749-B588-8D1322CAAEDF}" srcOrd="0" destOrd="0" presId="urn:microsoft.com/office/officeart/2018/2/layout/IconVerticalSolidList"/>
    <dgm:cxn modelId="{1F5690B1-4B72-430D-BF1D-9EEA83B42D33}" type="presParOf" srcId="{1560C655-327B-4749-B588-8D1322CAAEDF}" destId="{40F9F2EF-6CA2-4EC1-ACE5-713AB849E338}" srcOrd="0" destOrd="0" presId="urn:microsoft.com/office/officeart/2018/2/layout/IconVerticalSolidList"/>
    <dgm:cxn modelId="{458E647E-5532-41AF-9453-4A5ACD4A3C85}" type="presParOf" srcId="{1560C655-327B-4749-B588-8D1322CAAEDF}" destId="{7BB6AA5B-CD54-45E0-8B6D-C9E1E5B581CE}" srcOrd="1" destOrd="0" presId="urn:microsoft.com/office/officeart/2018/2/layout/IconVerticalSolidList"/>
    <dgm:cxn modelId="{0EDC09BC-46DB-4A34-A116-40682A316BC9}" type="presParOf" srcId="{1560C655-327B-4749-B588-8D1322CAAEDF}" destId="{242EFBCA-F362-4BB1-8201-7915AB04C2D8}" srcOrd="2" destOrd="0" presId="urn:microsoft.com/office/officeart/2018/2/layout/IconVerticalSolidList"/>
    <dgm:cxn modelId="{78A7FAEB-3917-4BE6-B7CD-C4B16682A713}" type="presParOf" srcId="{1560C655-327B-4749-B588-8D1322CAAEDF}" destId="{F9791BED-C46C-4CD5-A6AD-1C8339D14716}" srcOrd="3" destOrd="0" presId="urn:microsoft.com/office/officeart/2018/2/layout/IconVerticalSolidList"/>
    <dgm:cxn modelId="{C02A3A34-602F-42D1-97DE-4A79FE9BED87}" type="presParOf" srcId="{4BF8999A-B7AF-459B-BBAB-B9C4B52DB64C}" destId="{95F97F7A-4D44-48A9-BDB1-21C8E38C14E7}" srcOrd="1" destOrd="0" presId="urn:microsoft.com/office/officeart/2018/2/layout/IconVerticalSolidList"/>
    <dgm:cxn modelId="{2245FF0C-A0B8-47E1-8DE5-2F3BFD70D230}" type="presParOf" srcId="{4BF8999A-B7AF-459B-BBAB-B9C4B52DB64C}" destId="{FEADD22D-EF0D-4547-A2ED-FE949EDA69FF}" srcOrd="2" destOrd="0" presId="urn:microsoft.com/office/officeart/2018/2/layout/IconVerticalSolidList"/>
    <dgm:cxn modelId="{268AE667-AB19-44F7-BE4D-F017BB0179D5}" type="presParOf" srcId="{FEADD22D-EF0D-4547-A2ED-FE949EDA69FF}" destId="{5D069048-5733-42EC-96DB-DF2E950C6493}" srcOrd="0" destOrd="0" presId="urn:microsoft.com/office/officeart/2018/2/layout/IconVerticalSolidList"/>
    <dgm:cxn modelId="{22428DD0-313A-40A6-8D90-A4C734DFD41F}" type="presParOf" srcId="{FEADD22D-EF0D-4547-A2ED-FE949EDA69FF}" destId="{8B07E2B0-E8A7-4C50-96BC-5545E82C1B8B}" srcOrd="1" destOrd="0" presId="urn:microsoft.com/office/officeart/2018/2/layout/IconVerticalSolidList"/>
    <dgm:cxn modelId="{456EE646-AD92-4A37-B487-F3F4BF55830A}" type="presParOf" srcId="{FEADD22D-EF0D-4547-A2ED-FE949EDA69FF}" destId="{B3C8B252-877F-45A1-9950-98382210545F}" srcOrd="2" destOrd="0" presId="urn:microsoft.com/office/officeart/2018/2/layout/IconVerticalSolidList"/>
    <dgm:cxn modelId="{FB51DAD8-1646-43EB-9C44-0881E5F75401}" type="presParOf" srcId="{FEADD22D-EF0D-4547-A2ED-FE949EDA69FF}" destId="{D3E770B7-E7D3-494D-A892-7118D462B3C3}" srcOrd="3" destOrd="0" presId="urn:microsoft.com/office/officeart/2018/2/layout/IconVerticalSolidList"/>
    <dgm:cxn modelId="{C8140E96-83CB-4EC4-9301-AEEE2ADD3CBF}" type="presParOf" srcId="{4BF8999A-B7AF-459B-BBAB-B9C4B52DB64C}" destId="{DA34F9CB-D689-4E65-9CBC-FF4EF2F21C9F}" srcOrd="3" destOrd="0" presId="urn:microsoft.com/office/officeart/2018/2/layout/IconVerticalSolidList"/>
    <dgm:cxn modelId="{3BF8A7A9-86CC-482E-8C9A-68F6C6FE3F45}" type="presParOf" srcId="{4BF8999A-B7AF-459B-BBAB-B9C4B52DB64C}" destId="{2C26F118-6F65-4FB4-B617-A35C6E4F1A29}" srcOrd="4" destOrd="0" presId="urn:microsoft.com/office/officeart/2018/2/layout/IconVerticalSolidList"/>
    <dgm:cxn modelId="{DD651607-BC81-482D-907F-AF23E8036ACC}" type="presParOf" srcId="{2C26F118-6F65-4FB4-B617-A35C6E4F1A29}" destId="{9FFF31AC-18BA-4A58-96B1-A0291F4AD360}" srcOrd="0" destOrd="0" presId="urn:microsoft.com/office/officeart/2018/2/layout/IconVerticalSolidList"/>
    <dgm:cxn modelId="{CFA592CF-75E1-445A-AB73-5C5907E873BB}" type="presParOf" srcId="{2C26F118-6F65-4FB4-B617-A35C6E4F1A29}" destId="{2415974B-B060-43A1-8B55-2F6792AE56E8}" srcOrd="1" destOrd="0" presId="urn:microsoft.com/office/officeart/2018/2/layout/IconVerticalSolidList"/>
    <dgm:cxn modelId="{1A54E4F4-A731-4C40-9B29-D1E673386F0B}" type="presParOf" srcId="{2C26F118-6F65-4FB4-B617-A35C6E4F1A29}" destId="{927DB877-6173-4A2E-9EC7-A65651B6628F}" srcOrd="2" destOrd="0" presId="urn:microsoft.com/office/officeart/2018/2/layout/IconVerticalSolidList"/>
    <dgm:cxn modelId="{2E3E7865-A2D8-42AD-A814-1079B16609C9}" type="presParOf" srcId="{2C26F118-6F65-4FB4-B617-A35C6E4F1A29}" destId="{F00BCD77-955B-448F-A249-D14B4A9F87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9EFB1-E7FE-49F4-95F2-89BAE00924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EDE633-4EE6-43F2-9C03-00C4473F575C}">
      <dgm:prSet/>
      <dgm:spPr/>
      <dgm:t>
        <a:bodyPr/>
        <a:lstStyle/>
        <a:p>
          <a:pPr>
            <a:defRPr cap="all"/>
          </a:pPr>
          <a:r>
            <a:rPr lang="es-ES" noProof="0" dirty="0"/>
            <a:t> Inspiración en plataformas como Gather.town y Habbo Hotel</a:t>
          </a:r>
        </a:p>
      </dgm:t>
    </dgm:pt>
    <dgm:pt modelId="{6494ECBE-DBEC-439B-827B-1AC0E97E3071}" type="parTrans" cxnId="{E12E5840-6C17-4540-BDFB-609F598A3AFA}">
      <dgm:prSet/>
      <dgm:spPr/>
      <dgm:t>
        <a:bodyPr/>
        <a:lstStyle/>
        <a:p>
          <a:endParaRPr lang="en-US"/>
        </a:p>
      </dgm:t>
    </dgm:pt>
    <dgm:pt modelId="{E7B70837-59D0-451F-B71A-5198DE492967}" type="sibTrans" cxnId="{E12E5840-6C17-4540-BDFB-609F598A3AFA}">
      <dgm:prSet/>
      <dgm:spPr/>
      <dgm:t>
        <a:bodyPr/>
        <a:lstStyle/>
        <a:p>
          <a:endParaRPr lang="en-US"/>
        </a:p>
      </dgm:t>
    </dgm:pt>
    <dgm:pt modelId="{123AAE49-47DD-45CE-ABD4-055E0050D34A}">
      <dgm:prSet/>
      <dgm:spPr/>
      <dgm:t>
        <a:bodyPr/>
        <a:lstStyle/>
        <a:p>
          <a:pPr>
            <a:defRPr cap="all"/>
          </a:pPr>
          <a:r>
            <a:rPr lang="es-ES" noProof="0" dirty="0"/>
            <a:t> Proyecto enfocado a entornos profesionales</a:t>
          </a:r>
        </a:p>
      </dgm:t>
    </dgm:pt>
    <dgm:pt modelId="{1DD0D873-C98C-4A39-BA7C-5147E8923D58}" type="parTrans" cxnId="{E020038C-8FDF-44D4-9A96-5754CCCEC8E9}">
      <dgm:prSet/>
      <dgm:spPr/>
      <dgm:t>
        <a:bodyPr/>
        <a:lstStyle/>
        <a:p>
          <a:endParaRPr lang="en-US"/>
        </a:p>
      </dgm:t>
    </dgm:pt>
    <dgm:pt modelId="{0092A4F1-F568-4FFB-A0DB-015FD113CE94}" type="sibTrans" cxnId="{E020038C-8FDF-44D4-9A96-5754CCCEC8E9}">
      <dgm:prSet/>
      <dgm:spPr/>
      <dgm:t>
        <a:bodyPr/>
        <a:lstStyle/>
        <a:p>
          <a:endParaRPr lang="en-US"/>
        </a:p>
      </dgm:t>
    </dgm:pt>
    <dgm:pt modelId="{9B773972-7C48-4951-A8C2-FE3CC2CEF4F1}">
      <dgm:prSet/>
      <dgm:spPr/>
      <dgm:t>
        <a:bodyPr/>
        <a:lstStyle/>
        <a:p>
          <a:pPr>
            <a:defRPr cap="all"/>
          </a:pPr>
          <a:r>
            <a:rPr lang="es-ES" noProof="0" dirty="0"/>
            <a:t> Combinación de videojuegos, sistemas distribuidos y ciberseguridad</a:t>
          </a:r>
        </a:p>
      </dgm:t>
    </dgm:pt>
    <dgm:pt modelId="{BF944F0C-A872-45F0-B77D-D6127622A04F}" type="parTrans" cxnId="{4F89B393-05AC-4C85-A187-A052FD7D1024}">
      <dgm:prSet/>
      <dgm:spPr/>
      <dgm:t>
        <a:bodyPr/>
        <a:lstStyle/>
        <a:p>
          <a:endParaRPr lang="en-US"/>
        </a:p>
      </dgm:t>
    </dgm:pt>
    <dgm:pt modelId="{25970970-1E10-45D1-85C5-BDD1E099FB3B}" type="sibTrans" cxnId="{4F89B393-05AC-4C85-A187-A052FD7D1024}">
      <dgm:prSet/>
      <dgm:spPr/>
      <dgm:t>
        <a:bodyPr/>
        <a:lstStyle/>
        <a:p>
          <a:endParaRPr lang="en-US"/>
        </a:p>
      </dgm:t>
    </dgm:pt>
    <dgm:pt modelId="{DCF615D9-3261-40C5-8AC5-4952479A0DBF}" type="pres">
      <dgm:prSet presAssocID="{16E9EFB1-E7FE-49F4-95F2-89BAE009248B}" presName="root" presStyleCnt="0">
        <dgm:presLayoutVars>
          <dgm:dir/>
          <dgm:resizeHandles val="exact"/>
        </dgm:presLayoutVars>
      </dgm:prSet>
      <dgm:spPr/>
    </dgm:pt>
    <dgm:pt modelId="{EA483922-85C8-4FDE-ABFE-6E144DACE3BA}" type="pres">
      <dgm:prSet presAssocID="{25EDE633-4EE6-43F2-9C03-00C4473F575C}" presName="compNode" presStyleCnt="0"/>
      <dgm:spPr/>
    </dgm:pt>
    <dgm:pt modelId="{AD0E20DD-E8B7-4398-B279-2464FE3BF0EA}" type="pres">
      <dgm:prSet presAssocID="{25EDE633-4EE6-43F2-9C03-00C4473F575C}" presName="iconBgRect" presStyleLbl="bgShp" presStyleIdx="0" presStyleCnt="3"/>
      <dgm:spPr/>
    </dgm:pt>
    <dgm:pt modelId="{C607B342-BFA9-44C2-90AF-01EB415CC259}" type="pres">
      <dgm:prSet presAssocID="{25EDE633-4EE6-43F2-9C03-00C4473F57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a"/>
        </a:ext>
      </dgm:extLst>
    </dgm:pt>
    <dgm:pt modelId="{E3FF34ED-01F1-4F58-825B-8CFB4DD06D2E}" type="pres">
      <dgm:prSet presAssocID="{25EDE633-4EE6-43F2-9C03-00C4473F575C}" presName="spaceRect" presStyleCnt="0"/>
      <dgm:spPr/>
    </dgm:pt>
    <dgm:pt modelId="{4A421EBE-7CD7-47DC-9221-5A9D1DC746C7}" type="pres">
      <dgm:prSet presAssocID="{25EDE633-4EE6-43F2-9C03-00C4473F575C}" presName="textRect" presStyleLbl="revTx" presStyleIdx="0" presStyleCnt="3">
        <dgm:presLayoutVars>
          <dgm:chMax val="1"/>
          <dgm:chPref val="1"/>
        </dgm:presLayoutVars>
      </dgm:prSet>
      <dgm:spPr/>
    </dgm:pt>
    <dgm:pt modelId="{A5AFE005-F4B9-40A0-B4DA-8E27A34412F2}" type="pres">
      <dgm:prSet presAssocID="{E7B70837-59D0-451F-B71A-5198DE492967}" presName="sibTrans" presStyleCnt="0"/>
      <dgm:spPr/>
    </dgm:pt>
    <dgm:pt modelId="{F100A745-3E22-4C25-8252-9C035601B2F8}" type="pres">
      <dgm:prSet presAssocID="{123AAE49-47DD-45CE-ABD4-055E0050D34A}" presName="compNode" presStyleCnt="0"/>
      <dgm:spPr/>
    </dgm:pt>
    <dgm:pt modelId="{3EA885EC-B948-40DD-A6F6-789E30106D6B}" type="pres">
      <dgm:prSet presAssocID="{123AAE49-47DD-45CE-ABD4-055E0050D34A}" presName="iconBgRect" presStyleLbl="bgShp" presStyleIdx="1" presStyleCnt="3"/>
      <dgm:spPr/>
    </dgm:pt>
    <dgm:pt modelId="{26AFD17F-9DC6-4393-BE6B-9600D30B6F79}" type="pres">
      <dgm:prSet presAssocID="{123AAE49-47DD-45CE-ABD4-055E0050D3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57F0603-7303-42B3-A6F1-A23AFF78F358}" type="pres">
      <dgm:prSet presAssocID="{123AAE49-47DD-45CE-ABD4-055E0050D34A}" presName="spaceRect" presStyleCnt="0"/>
      <dgm:spPr/>
    </dgm:pt>
    <dgm:pt modelId="{074FBEBE-37C7-4287-8838-F60CA8A1A74A}" type="pres">
      <dgm:prSet presAssocID="{123AAE49-47DD-45CE-ABD4-055E0050D34A}" presName="textRect" presStyleLbl="revTx" presStyleIdx="1" presStyleCnt="3">
        <dgm:presLayoutVars>
          <dgm:chMax val="1"/>
          <dgm:chPref val="1"/>
        </dgm:presLayoutVars>
      </dgm:prSet>
      <dgm:spPr/>
    </dgm:pt>
    <dgm:pt modelId="{7AEB78BF-382E-45EC-B11F-1549EF029157}" type="pres">
      <dgm:prSet presAssocID="{0092A4F1-F568-4FFB-A0DB-015FD113CE94}" presName="sibTrans" presStyleCnt="0"/>
      <dgm:spPr/>
    </dgm:pt>
    <dgm:pt modelId="{C932675E-7B98-4C4F-B78F-627C64C89040}" type="pres">
      <dgm:prSet presAssocID="{9B773972-7C48-4951-A8C2-FE3CC2CEF4F1}" presName="compNode" presStyleCnt="0"/>
      <dgm:spPr/>
    </dgm:pt>
    <dgm:pt modelId="{601C33C5-74A6-4CEB-9B93-655098C9E1D4}" type="pres">
      <dgm:prSet presAssocID="{9B773972-7C48-4951-A8C2-FE3CC2CEF4F1}" presName="iconBgRect" presStyleLbl="bgShp" presStyleIdx="2" presStyleCnt="3"/>
      <dgm:spPr/>
    </dgm:pt>
    <dgm:pt modelId="{38830163-892F-4A3E-8F95-E535E1DE760E}" type="pres">
      <dgm:prSet presAssocID="{9B773972-7C48-4951-A8C2-FE3CC2CEF4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2E281F59-2A63-4705-B168-3E6F8285A5BE}" type="pres">
      <dgm:prSet presAssocID="{9B773972-7C48-4951-A8C2-FE3CC2CEF4F1}" presName="spaceRect" presStyleCnt="0"/>
      <dgm:spPr/>
    </dgm:pt>
    <dgm:pt modelId="{C0253A6F-4614-430E-AFC8-5BED0B52C2A0}" type="pres">
      <dgm:prSet presAssocID="{9B773972-7C48-4951-A8C2-FE3CC2CEF4F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8C2090D-01AF-4D91-A159-B552AADC07AC}" type="presOf" srcId="{123AAE49-47DD-45CE-ABD4-055E0050D34A}" destId="{074FBEBE-37C7-4287-8838-F60CA8A1A74A}" srcOrd="0" destOrd="0" presId="urn:microsoft.com/office/officeart/2018/5/layout/IconCircleLabelList"/>
    <dgm:cxn modelId="{9DE2DF35-4001-49D5-83E8-2C1EE287EEE2}" type="presOf" srcId="{25EDE633-4EE6-43F2-9C03-00C4473F575C}" destId="{4A421EBE-7CD7-47DC-9221-5A9D1DC746C7}" srcOrd="0" destOrd="0" presId="urn:microsoft.com/office/officeart/2018/5/layout/IconCircleLabelList"/>
    <dgm:cxn modelId="{E12E5840-6C17-4540-BDFB-609F598A3AFA}" srcId="{16E9EFB1-E7FE-49F4-95F2-89BAE009248B}" destId="{25EDE633-4EE6-43F2-9C03-00C4473F575C}" srcOrd="0" destOrd="0" parTransId="{6494ECBE-DBEC-439B-827B-1AC0E97E3071}" sibTransId="{E7B70837-59D0-451F-B71A-5198DE492967}"/>
    <dgm:cxn modelId="{E020038C-8FDF-44D4-9A96-5754CCCEC8E9}" srcId="{16E9EFB1-E7FE-49F4-95F2-89BAE009248B}" destId="{123AAE49-47DD-45CE-ABD4-055E0050D34A}" srcOrd="1" destOrd="0" parTransId="{1DD0D873-C98C-4A39-BA7C-5147E8923D58}" sibTransId="{0092A4F1-F568-4FFB-A0DB-015FD113CE94}"/>
    <dgm:cxn modelId="{4F89B393-05AC-4C85-A187-A052FD7D1024}" srcId="{16E9EFB1-E7FE-49F4-95F2-89BAE009248B}" destId="{9B773972-7C48-4951-A8C2-FE3CC2CEF4F1}" srcOrd="2" destOrd="0" parTransId="{BF944F0C-A872-45F0-B77D-D6127622A04F}" sibTransId="{25970970-1E10-45D1-85C5-BDD1E099FB3B}"/>
    <dgm:cxn modelId="{20EBC4A4-E46B-4655-8393-DCAEDD4D7237}" type="presOf" srcId="{9B773972-7C48-4951-A8C2-FE3CC2CEF4F1}" destId="{C0253A6F-4614-430E-AFC8-5BED0B52C2A0}" srcOrd="0" destOrd="0" presId="urn:microsoft.com/office/officeart/2018/5/layout/IconCircleLabelList"/>
    <dgm:cxn modelId="{D630F6E6-8BAD-44AD-A97B-4A3DD935F700}" type="presOf" srcId="{16E9EFB1-E7FE-49F4-95F2-89BAE009248B}" destId="{DCF615D9-3261-40C5-8AC5-4952479A0DBF}" srcOrd="0" destOrd="0" presId="urn:microsoft.com/office/officeart/2018/5/layout/IconCircleLabelList"/>
    <dgm:cxn modelId="{384809FB-24EC-4FF2-BF3A-8DB2D83F74B6}" type="presParOf" srcId="{DCF615D9-3261-40C5-8AC5-4952479A0DBF}" destId="{EA483922-85C8-4FDE-ABFE-6E144DACE3BA}" srcOrd="0" destOrd="0" presId="urn:microsoft.com/office/officeart/2018/5/layout/IconCircleLabelList"/>
    <dgm:cxn modelId="{639C4570-FE71-4DD3-AAF7-CF6C64EFA366}" type="presParOf" srcId="{EA483922-85C8-4FDE-ABFE-6E144DACE3BA}" destId="{AD0E20DD-E8B7-4398-B279-2464FE3BF0EA}" srcOrd="0" destOrd="0" presId="urn:microsoft.com/office/officeart/2018/5/layout/IconCircleLabelList"/>
    <dgm:cxn modelId="{716F7011-708A-4780-ADFC-E88D8DF24ED1}" type="presParOf" srcId="{EA483922-85C8-4FDE-ABFE-6E144DACE3BA}" destId="{C607B342-BFA9-44C2-90AF-01EB415CC259}" srcOrd="1" destOrd="0" presId="urn:microsoft.com/office/officeart/2018/5/layout/IconCircleLabelList"/>
    <dgm:cxn modelId="{3DFF556B-2A37-4CA6-AF28-B00A35229C2E}" type="presParOf" srcId="{EA483922-85C8-4FDE-ABFE-6E144DACE3BA}" destId="{E3FF34ED-01F1-4F58-825B-8CFB4DD06D2E}" srcOrd="2" destOrd="0" presId="urn:microsoft.com/office/officeart/2018/5/layout/IconCircleLabelList"/>
    <dgm:cxn modelId="{15FD5B70-C3C7-4ED4-9D66-5D9C7B4CA855}" type="presParOf" srcId="{EA483922-85C8-4FDE-ABFE-6E144DACE3BA}" destId="{4A421EBE-7CD7-47DC-9221-5A9D1DC746C7}" srcOrd="3" destOrd="0" presId="urn:microsoft.com/office/officeart/2018/5/layout/IconCircleLabelList"/>
    <dgm:cxn modelId="{228A6E2B-48EC-4940-B741-0BEB9F82E238}" type="presParOf" srcId="{DCF615D9-3261-40C5-8AC5-4952479A0DBF}" destId="{A5AFE005-F4B9-40A0-B4DA-8E27A34412F2}" srcOrd="1" destOrd="0" presId="urn:microsoft.com/office/officeart/2018/5/layout/IconCircleLabelList"/>
    <dgm:cxn modelId="{D59354B5-D875-473E-9EA0-644FF65AF84E}" type="presParOf" srcId="{DCF615D9-3261-40C5-8AC5-4952479A0DBF}" destId="{F100A745-3E22-4C25-8252-9C035601B2F8}" srcOrd="2" destOrd="0" presId="urn:microsoft.com/office/officeart/2018/5/layout/IconCircleLabelList"/>
    <dgm:cxn modelId="{A4B001A7-E686-4AF0-8903-8DD276F5CE4C}" type="presParOf" srcId="{F100A745-3E22-4C25-8252-9C035601B2F8}" destId="{3EA885EC-B948-40DD-A6F6-789E30106D6B}" srcOrd="0" destOrd="0" presId="urn:microsoft.com/office/officeart/2018/5/layout/IconCircleLabelList"/>
    <dgm:cxn modelId="{380FC343-D395-4411-B9BF-57C04C528523}" type="presParOf" srcId="{F100A745-3E22-4C25-8252-9C035601B2F8}" destId="{26AFD17F-9DC6-4393-BE6B-9600D30B6F79}" srcOrd="1" destOrd="0" presId="urn:microsoft.com/office/officeart/2018/5/layout/IconCircleLabelList"/>
    <dgm:cxn modelId="{066B3DF7-F264-4C91-A651-EC529608B77C}" type="presParOf" srcId="{F100A745-3E22-4C25-8252-9C035601B2F8}" destId="{D57F0603-7303-42B3-A6F1-A23AFF78F358}" srcOrd="2" destOrd="0" presId="urn:microsoft.com/office/officeart/2018/5/layout/IconCircleLabelList"/>
    <dgm:cxn modelId="{E29BA183-1AE3-4D91-9B45-D094C2D99356}" type="presParOf" srcId="{F100A745-3E22-4C25-8252-9C035601B2F8}" destId="{074FBEBE-37C7-4287-8838-F60CA8A1A74A}" srcOrd="3" destOrd="0" presId="urn:microsoft.com/office/officeart/2018/5/layout/IconCircleLabelList"/>
    <dgm:cxn modelId="{1C2A9300-2E08-4E0E-93E0-FD376E5540C3}" type="presParOf" srcId="{DCF615D9-3261-40C5-8AC5-4952479A0DBF}" destId="{7AEB78BF-382E-45EC-B11F-1549EF029157}" srcOrd="3" destOrd="0" presId="urn:microsoft.com/office/officeart/2018/5/layout/IconCircleLabelList"/>
    <dgm:cxn modelId="{100BFD45-1C71-4C57-A19E-B30425564867}" type="presParOf" srcId="{DCF615D9-3261-40C5-8AC5-4952479A0DBF}" destId="{C932675E-7B98-4C4F-B78F-627C64C89040}" srcOrd="4" destOrd="0" presId="urn:microsoft.com/office/officeart/2018/5/layout/IconCircleLabelList"/>
    <dgm:cxn modelId="{6D6FC90F-6943-49BF-BD03-6E487001CE4E}" type="presParOf" srcId="{C932675E-7B98-4C4F-B78F-627C64C89040}" destId="{601C33C5-74A6-4CEB-9B93-655098C9E1D4}" srcOrd="0" destOrd="0" presId="urn:microsoft.com/office/officeart/2018/5/layout/IconCircleLabelList"/>
    <dgm:cxn modelId="{C076FD9E-2D83-4ED2-9174-083F5A122364}" type="presParOf" srcId="{C932675E-7B98-4C4F-B78F-627C64C89040}" destId="{38830163-892F-4A3E-8F95-E535E1DE760E}" srcOrd="1" destOrd="0" presId="urn:microsoft.com/office/officeart/2018/5/layout/IconCircleLabelList"/>
    <dgm:cxn modelId="{88D9073C-911C-4781-A76A-32DF34C2FBB9}" type="presParOf" srcId="{C932675E-7B98-4C4F-B78F-627C64C89040}" destId="{2E281F59-2A63-4705-B168-3E6F8285A5BE}" srcOrd="2" destOrd="0" presId="urn:microsoft.com/office/officeart/2018/5/layout/IconCircleLabelList"/>
    <dgm:cxn modelId="{7BCFB701-579D-42A7-BB7D-706AF442CC6F}" type="presParOf" srcId="{C932675E-7B98-4C4F-B78F-627C64C89040}" destId="{C0253A6F-4614-430E-AFC8-5BED0B52C2A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66AB0E-76F1-420F-857B-3C042A930A8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96A232-BE2F-4E87-9B64-0D8F7005521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Unity 2D (</a:t>
          </a:r>
          <a:r>
            <a:rPr lang="es-ES" noProof="0" dirty="0" err="1"/>
            <a:t>frontend</a:t>
          </a:r>
          <a:r>
            <a:rPr lang="es-ES" noProof="0" dirty="0"/>
            <a:t> y lógica visual).</a:t>
          </a:r>
        </a:p>
      </dgm:t>
    </dgm:pt>
    <dgm:pt modelId="{57C666C6-83C7-416F-9487-64D885CCA6A1}" type="parTrans" cxnId="{EFDE25B4-B2A7-4F93-9F9E-D6F4CE863C17}">
      <dgm:prSet/>
      <dgm:spPr/>
      <dgm:t>
        <a:bodyPr/>
        <a:lstStyle/>
        <a:p>
          <a:endParaRPr lang="en-US"/>
        </a:p>
      </dgm:t>
    </dgm:pt>
    <dgm:pt modelId="{4CA7C467-9253-4CC6-AC21-211DF937552B}" type="sibTrans" cxnId="{EFDE25B4-B2A7-4F93-9F9E-D6F4CE863C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E92E65-BB2B-426C-9A0D-7ADC84791DE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Mirror (red P2P sincronizada).</a:t>
          </a:r>
        </a:p>
      </dgm:t>
    </dgm:pt>
    <dgm:pt modelId="{14BC67C9-769A-49F1-8FCB-AD261E018708}" type="parTrans" cxnId="{DA6A1636-6F13-48B2-94F0-9CBA8C456197}">
      <dgm:prSet/>
      <dgm:spPr/>
      <dgm:t>
        <a:bodyPr/>
        <a:lstStyle/>
        <a:p>
          <a:endParaRPr lang="en-US"/>
        </a:p>
      </dgm:t>
    </dgm:pt>
    <dgm:pt modelId="{997E0223-FBE1-4C5A-A3FE-6B79DD4E5130}" type="sibTrans" cxnId="{DA6A1636-6F13-48B2-94F0-9CBA8C4561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0E2C19-B584-4E72-ABA9-C74BF3CB852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Vivox (chat de voz posicional).</a:t>
          </a:r>
        </a:p>
      </dgm:t>
    </dgm:pt>
    <dgm:pt modelId="{462A5A4B-19A1-472E-AD1F-BA41E2DFE6B6}" type="parTrans" cxnId="{C28D0A60-D3CA-43BB-988A-B7B488AA6F67}">
      <dgm:prSet/>
      <dgm:spPr/>
      <dgm:t>
        <a:bodyPr/>
        <a:lstStyle/>
        <a:p>
          <a:endParaRPr lang="en-US"/>
        </a:p>
      </dgm:t>
    </dgm:pt>
    <dgm:pt modelId="{82ADA6CE-C98A-49BE-9E98-C2FE96697AD7}" type="sibTrans" cxnId="{C28D0A60-D3CA-43BB-988A-B7B488AA6F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2C5345-E307-424D-AC89-93F99F86AC3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AWS (EC2, S3, IAM) + PHP, MySQL, NGINX.</a:t>
          </a:r>
        </a:p>
      </dgm:t>
    </dgm:pt>
    <dgm:pt modelId="{D2C7EC00-C07F-4BD4-A0A0-7CAEBC154E28}" type="parTrans" cxnId="{40B45844-6081-4749-BA71-EEE4CFBDE536}">
      <dgm:prSet/>
      <dgm:spPr/>
      <dgm:t>
        <a:bodyPr/>
        <a:lstStyle/>
        <a:p>
          <a:endParaRPr lang="en-US"/>
        </a:p>
      </dgm:t>
    </dgm:pt>
    <dgm:pt modelId="{CB84FF9A-C09B-4760-844A-0D6138CFBD2F}" type="sibTrans" cxnId="{40B45844-6081-4749-BA71-EEE4CFBDE536}">
      <dgm:prSet/>
      <dgm:spPr/>
      <dgm:t>
        <a:bodyPr/>
        <a:lstStyle/>
        <a:p>
          <a:endParaRPr lang="en-US"/>
        </a:p>
      </dgm:t>
    </dgm:pt>
    <dgm:pt modelId="{AB3A20D9-E8DF-4D34-B85E-6160807B75A2}" type="pres">
      <dgm:prSet presAssocID="{1266AB0E-76F1-420F-857B-3C042A930A88}" presName="root" presStyleCnt="0">
        <dgm:presLayoutVars>
          <dgm:dir/>
          <dgm:resizeHandles val="exact"/>
        </dgm:presLayoutVars>
      </dgm:prSet>
      <dgm:spPr/>
    </dgm:pt>
    <dgm:pt modelId="{4DF641FC-AAF1-442B-BC19-1C7CE881D7F8}" type="pres">
      <dgm:prSet presAssocID="{1266AB0E-76F1-420F-857B-3C042A930A88}" presName="container" presStyleCnt="0">
        <dgm:presLayoutVars>
          <dgm:dir/>
          <dgm:resizeHandles val="exact"/>
        </dgm:presLayoutVars>
      </dgm:prSet>
      <dgm:spPr/>
    </dgm:pt>
    <dgm:pt modelId="{E15ED16C-45C5-47B7-BED4-B600470EAB5B}" type="pres">
      <dgm:prSet presAssocID="{5596A232-BE2F-4E87-9B64-0D8F70055211}" presName="compNode" presStyleCnt="0"/>
      <dgm:spPr/>
    </dgm:pt>
    <dgm:pt modelId="{4940A333-FD65-4AD6-8777-0373CF857324}" type="pres">
      <dgm:prSet presAssocID="{5596A232-BE2F-4E87-9B64-0D8F70055211}" presName="iconBgRect" presStyleLbl="bgShp" presStyleIdx="0" presStyleCnt="4"/>
      <dgm:spPr/>
    </dgm:pt>
    <dgm:pt modelId="{55D21C49-97B2-4289-9B5F-9E6598985141}" type="pres">
      <dgm:prSet presAssocID="{5596A232-BE2F-4E87-9B64-0D8F700552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CDA920D5-46F3-4662-A1A1-DED5B15ACA55}" type="pres">
      <dgm:prSet presAssocID="{5596A232-BE2F-4E87-9B64-0D8F70055211}" presName="spaceRect" presStyleCnt="0"/>
      <dgm:spPr/>
    </dgm:pt>
    <dgm:pt modelId="{5EAB0CA4-C65D-404D-ACF6-F99CA010998D}" type="pres">
      <dgm:prSet presAssocID="{5596A232-BE2F-4E87-9B64-0D8F70055211}" presName="textRect" presStyleLbl="revTx" presStyleIdx="0" presStyleCnt="4">
        <dgm:presLayoutVars>
          <dgm:chMax val="1"/>
          <dgm:chPref val="1"/>
        </dgm:presLayoutVars>
      </dgm:prSet>
      <dgm:spPr/>
    </dgm:pt>
    <dgm:pt modelId="{605567E8-37CE-4685-AAF6-BED301F11133}" type="pres">
      <dgm:prSet presAssocID="{4CA7C467-9253-4CC6-AC21-211DF937552B}" presName="sibTrans" presStyleLbl="sibTrans2D1" presStyleIdx="0" presStyleCnt="0"/>
      <dgm:spPr/>
    </dgm:pt>
    <dgm:pt modelId="{57487FD1-6193-4D0F-8233-440C9F3FEB31}" type="pres">
      <dgm:prSet presAssocID="{7CE92E65-BB2B-426C-9A0D-7ADC84791DE0}" presName="compNode" presStyleCnt="0"/>
      <dgm:spPr/>
    </dgm:pt>
    <dgm:pt modelId="{27DC8BF4-2E21-4C09-B2BC-2FCD1FFFA7A8}" type="pres">
      <dgm:prSet presAssocID="{7CE92E65-BB2B-426C-9A0D-7ADC84791DE0}" presName="iconBgRect" presStyleLbl="bgShp" presStyleIdx="1" presStyleCnt="4"/>
      <dgm:spPr/>
    </dgm:pt>
    <dgm:pt modelId="{8A0BCDF5-9457-484E-9C2D-D6488E326132}" type="pres">
      <dgm:prSet presAssocID="{7CE92E65-BB2B-426C-9A0D-7ADC84791D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84C4827-9221-4482-8433-E9128DA4470A}" type="pres">
      <dgm:prSet presAssocID="{7CE92E65-BB2B-426C-9A0D-7ADC84791DE0}" presName="spaceRect" presStyleCnt="0"/>
      <dgm:spPr/>
    </dgm:pt>
    <dgm:pt modelId="{A324DCA5-D838-433A-8DCE-11EA20BCE320}" type="pres">
      <dgm:prSet presAssocID="{7CE92E65-BB2B-426C-9A0D-7ADC84791DE0}" presName="textRect" presStyleLbl="revTx" presStyleIdx="1" presStyleCnt="4">
        <dgm:presLayoutVars>
          <dgm:chMax val="1"/>
          <dgm:chPref val="1"/>
        </dgm:presLayoutVars>
      </dgm:prSet>
      <dgm:spPr/>
    </dgm:pt>
    <dgm:pt modelId="{99C36316-EAA8-4D21-9F43-4E530EE07A68}" type="pres">
      <dgm:prSet presAssocID="{997E0223-FBE1-4C5A-A3FE-6B79DD4E5130}" presName="sibTrans" presStyleLbl="sibTrans2D1" presStyleIdx="0" presStyleCnt="0"/>
      <dgm:spPr/>
    </dgm:pt>
    <dgm:pt modelId="{0D0240BF-ABD1-4936-9053-324E03E1C3DA}" type="pres">
      <dgm:prSet presAssocID="{080E2C19-B584-4E72-ABA9-C74BF3CB852A}" presName="compNode" presStyleCnt="0"/>
      <dgm:spPr/>
    </dgm:pt>
    <dgm:pt modelId="{4FD06BB0-2B88-481D-A6EC-1C1DE50A7053}" type="pres">
      <dgm:prSet presAssocID="{080E2C19-B584-4E72-ABA9-C74BF3CB852A}" presName="iconBgRect" presStyleLbl="bgShp" presStyleIdx="2" presStyleCnt="4"/>
      <dgm:spPr/>
    </dgm:pt>
    <dgm:pt modelId="{63111711-ECAC-4750-A685-DA77BBA96C26}" type="pres">
      <dgm:prSet presAssocID="{080E2C19-B584-4E72-ABA9-C74BF3CB85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z"/>
        </a:ext>
      </dgm:extLst>
    </dgm:pt>
    <dgm:pt modelId="{1A3AC92A-E573-4878-AC67-E4A4751EA16B}" type="pres">
      <dgm:prSet presAssocID="{080E2C19-B584-4E72-ABA9-C74BF3CB852A}" presName="spaceRect" presStyleCnt="0"/>
      <dgm:spPr/>
    </dgm:pt>
    <dgm:pt modelId="{5A11A9C5-A737-4B08-9341-C4CEC9A81CAA}" type="pres">
      <dgm:prSet presAssocID="{080E2C19-B584-4E72-ABA9-C74BF3CB852A}" presName="textRect" presStyleLbl="revTx" presStyleIdx="2" presStyleCnt="4">
        <dgm:presLayoutVars>
          <dgm:chMax val="1"/>
          <dgm:chPref val="1"/>
        </dgm:presLayoutVars>
      </dgm:prSet>
      <dgm:spPr/>
    </dgm:pt>
    <dgm:pt modelId="{506E07CD-B623-49E9-88D7-94B5C920E71D}" type="pres">
      <dgm:prSet presAssocID="{82ADA6CE-C98A-49BE-9E98-C2FE96697AD7}" presName="sibTrans" presStyleLbl="sibTrans2D1" presStyleIdx="0" presStyleCnt="0"/>
      <dgm:spPr/>
    </dgm:pt>
    <dgm:pt modelId="{468353D0-C3FD-40C6-8045-2340286E8A85}" type="pres">
      <dgm:prSet presAssocID="{942C5345-E307-424D-AC89-93F99F86AC3F}" presName="compNode" presStyleCnt="0"/>
      <dgm:spPr/>
    </dgm:pt>
    <dgm:pt modelId="{B074C57A-CD85-40F0-B5D0-E492E9AEB53C}" type="pres">
      <dgm:prSet presAssocID="{942C5345-E307-424D-AC89-93F99F86AC3F}" presName="iconBgRect" presStyleLbl="bgShp" presStyleIdx="3" presStyleCnt="4"/>
      <dgm:spPr/>
    </dgm:pt>
    <dgm:pt modelId="{4970B2BC-4F40-4C9F-A455-31CCA47B47F6}" type="pres">
      <dgm:prSet presAssocID="{942C5345-E307-424D-AC89-93F99F86AC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be"/>
        </a:ext>
      </dgm:extLst>
    </dgm:pt>
    <dgm:pt modelId="{C595F344-40ED-4213-B64A-C04D86AE9143}" type="pres">
      <dgm:prSet presAssocID="{942C5345-E307-424D-AC89-93F99F86AC3F}" presName="spaceRect" presStyleCnt="0"/>
      <dgm:spPr/>
    </dgm:pt>
    <dgm:pt modelId="{C992D685-4EFB-4283-9BF3-F3EC20F1077A}" type="pres">
      <dgm:prSet presAssocID="{942C5345-E307-424D-AC89-93F99F86AC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E45BF01-D208-4077-807E-AFE84EDECEB5}" type="presOf" srcId="{942C5345-E307-424D-AC89-93F99F86AC3F}" destId="{C992D685-4EFB-4283-9BF3-F3EC20F1077A}" srcOrd="0" destOrd="0" presId="urn:microsoft.com/office/officeart/2018/2/layout/IconCircleList"/>
    <dgm:cxn modelId="{81852E1B-E40C-4EF9-B99B-2F5F022317ED}" type="presOf" srcId="{997E0223-FBE1-4C5A-A3FE-6B79DD4E5130}" destId="{99C36316-EAA8-4D21-9F43-4E530EE07A68}" srcOrd="0" destOrd="0" presId="urn:microsoft.com/office/officeart/2018/2/layout/IconCircleList"/>
    <dgm:cxn modelId="{DA6A1636-6F13-48B2-94F0-9CBA8C456197}" srcId="{1266AB0E-76F1-420F-857B-3C042A930A88}" destId="{7CE92E65-BB2B-426C-9A0D-7ADC84791DE0}" srcOrd="1" destOrd="0" parTransId="{14BC67C9-769A-49F1-8FCB-AD261E018708}" sibTransId="{997E0223-FBE1-4C5A-A3FE-6B79DD4E5130}"/>
    <dgm:cxn modelId="{4BE6893B-78E2-40A2-8FD3-893394DF277C}" type="presOf" srcId="{080E2C19-B584-4E72-ABA9-C74BF3CB852A}" destId="{5A11A9C5-A737-4B08-9341-C4CEC9A81CAA}" srcOrd="0" destOrd="0" presId="urn:microsoft.com/office/officeart/2018/2/layout/IconCircleList"/>
    <dgm:cxn modelId="{0508E740-97E9-486C-9809-638F19B398A7}" type="presOf" srcId="{1266AB0E-76F1-420F-857B-3C042A930A88}" destId="{AB3A20D9-E8DF-4D34-B85E-6160807B75A2}" srcOrd="0" destOrd="0" presId="urn:microsoft.com/office/officeart/2018/2/layout/IconCircleList"/>
    <dgm:cxn modelId="{C28D0A60-D3CA-43BB-988A-B7B488AA6F67}" srcId="{1266AB0E-76F1-420F-857B-3C042A930A88}" destId="{080E2C19-B584-4E72-ABA9-C74BF3CB852A}" srcOrd="2" destOrd="0" parTransId="{462A5A4B-19A1-472E-AD1F-BA41E2DFE6B6}" sibTransId="{82ADA6CE-C98A-49BE-9E98-C2FE96697AD7}"/>
    <dgm:cxn modelId="{40B45844-6081-4749-BA71-EEE4CFBDE536}" srcId="{1266AB0E-76F1-420F-857B-3C042A930A88}" destId="{942C5345-E307-424D-AC89-93F99F86AC3F}" srcOrd="3" destOrd="0" parTransId="{D2C7EC00-C07F-4BD4-A0A0-7CAEBC154E28}" sibTransId="{CB84FF9A-C09B-4760-844A-0D6138CFBD2F}"/>
    <dgm:cxn modelId="{257BC2B2-4940-4E48-9CE8-BA893F3B6F44}" type="presOf" srcId="{82ADA6CE-C98A-49BE-9E98-C2FE96697AD7}" destId="{506E07CD-B623-49E9-88D7-94B5C920E71D}" srcOrd="0" destOrd="0" presId="urn:microsoft.com/office/officeart/2018/2/layout/IconCircleList"/>
    <dgm:cxn modelId="{EFDE25B4-B2A7-4F93-9F9E-D6F4CE863C17}" srcId="{1266AB0E-76F1-420F-857B-3C042A930A88}" destId="{5596A232-BE2F-4E87-9B64-0D8F70055211}" srcOrd="0" destOrd="0" parTransId="{57C666C6-83C7-416F-9487-64D885CCA6A1}" sibTransId="{4CA7C467-9253-4CC6-AC21-211DF937552B}"/>
    <dgm:cxn modelId="{3996EAB7-2668-436D-B182-E78F2DC0833D}" type="presOf" srcId="{4CA7C467-9253-4CC6-AC21-211DF937552B}" destId="{605567E8-37CE-4685-AAF6-BED301F11133}" srcOrd="0" destOrd="0" presId="urn:microsoft.com/office/officeart/2018/2/layout/IconCircleList"/>
    <dgm:cxn modelId="{9C6FD8D4-9C13-47BF-B06E-968B491AA7CD}" type="presOf" srcId="{7CE92E65-BB2B-426C-9A0D-7ADC84791DE0}" destId="{A324DCA5-D838-433A-8DCE-11EA20BCE320}" srcOrd="0" destOrd="0" presId="urn:microsoft.com/office/officeart/2018/2/layout/IconCircleList"/>
    <dgm:cxn modelId="{562FCCEE-65DC-4426-AD5D-00B89006E3AA}" type="presOf" srcId="{5596A232-BE2F-4E87-9B64-0D8F70055211}" destId="{5EAB0CA4-C65D-404D-ACF6-F99CA010998D}" srcOrd="0" destOrd="0" presId="urn:microsoft.com/office/officeart/2018/2/layout/IconCircleList"/>
    <dgm:cxn modelId="{C11090F3-0331-4418-A24B-ACF88A26A2CE}" type="presParOf" srcId="{AB3A20D9-E8DF-4D34-B85E-6160807B75A2}" destId="{4DF641FC-AAF1-442B-BC19-1C7CE881D7F8}" srcOrd="0" destOrd="0" presId="urn:microsoft.com/office/officeart/2018/2/layout/IconCircleList"/>
    <dgm:cxn modelId="{9EC2B016-1CD7-4FF0-8C88-30FA89C21965}" type="presParOf" srcId="{4DF641FC-AAF1-442B-BC19-1C7CE881D7F8}" destId="{E15ED16C-45C5-47B7-BED4-B600470EAB5B}" srcOrd="0" destOrd="0" presId="urn:microsoft.com/office/officeart/2018/2/layout/IconCircleList"/>
    <dgm:cxn modelId="{1D28C42E-FE38-4EAF-A628-335D86AB6903}" type="presParOf" srcId="{E15ED16C-45C5-47B7-BED4-B600470EAB5B}" destId="{4940A333-FD65-4AD6-8777-0373CF857324}" srcOrd="0" destOrd="0" presId="urn:microsoft.com/office/officeart/2018/2/layout/IconCircleList"/>
    <dgm:cxn modelId="{9E297466-5DD3-48BC-B079-07AA70685AFD}" type="presParOf" srcId="{E15ED16C-45C5-47B7-BED4-B600470EAB5B}" destId="{55D21C49-97B2-4289-9B5F-9E6598985141}" srcOrd="1" destOrd="0" presId="urn:microsoft.com/office/officeart/2018/2/layout/IconCircleList"/>
    <dgm:cxn modelId="{14EAF4BE-E87C-4790-85BD-2D5BBB17D7E5}" type="presParOf" srcId="{E15ED16C-45C5-47B7-BED4-B600470EAB5B}" destId="{CDA920D5-46F3-4662-A1A1-DED5B15ACA55}" srcOrd="2" destOrd="0" presId="urn:microsoft.com/office/officeart/2018/2/layout/IconCircleList"/>
    <dgm:cxn modelId="{BFD1546E-B7A4-49E7-98F6-4557DDA9F55F}" type="presParOf" srcId="{E15ED16C-45C5-47B7-BED4-B600470EAB5B}" destId="{5EAB0CA4-C65D-404D-ACF6-F99CA010998D}" srcOrd="3" destOrd="0" presId="urn:microsoft.com/office/officeart/2018/2/layout/IconCircleList"/>
    <dgm:cxn modelId="{D19B62EA-26E8-43E1-A03B-B5A1DF117846}" type="presParOf" srcId="{4DF641FC-AAF1-442B-BC19-1C7CE881D7F8}" destId="{605567E8-37CE-4685-AAF6-BED301F11133}" srcOrd="1" destOrd="0" presId="urn:microsoft.com/office/officeart/2018/2/layout/IconCircleList"/>
    <dgm:cxn modelId="{C6E1B3DE-DBAC-48B8-BBAE-C08E128EB260}" type="presParOf" srcId="{4DF641FC-AAF1-442B-BC19-1C7CE881D7F8}" destId="{57487FD1-6193-4D0F-8233-440C9F3FEB31}" srcOrd="2" destOrd="0" presId="urn:microsoft.com/office/officeart/2018/2/layout/IconCircleList"/>
    <dgm:cxn modelId="{866AD89F-772F-45F6-9A72-F244E4D7702C}" type="presParOf" srcId="{57487FD1-6193-4D0F-8233-440C9F3FEB31}" destId="{27DC8BF4-2E21-4C09-B2BC-2FCD1FFFA7A8}" srcOrd="0" destOrd="0" presId="urn:microsoft.com/office/officeart/2018/2/layout/IconCircleList"/>
    <dgm:cxn modelId="{455B2141-7F6D-4474-915C-3F8B950087D3}" type="presParOf" srcId="{57487FD1-6193-4D0F-8233-440C9F3FEB31}" destId="{8A0BCDF5-9457-484E-9C2D-D6488E326132}" srcOrd="1" destOrd="0" presId="urn:microsoft.com/office/officeart/2018/2/layout/IconCircleList"/>
    <dgm:cxn modelId="{87E984D2-CA7C-4B81-A64B-27298454F20B}" type="presParOf" srcId="{57487FD1-6193-4D0F-8233-440C9F3FEB31}" destId="{E84C4827-9221-4482-8433-E9128DA4470A}" srcOrd="2" destOrd="0" presId="urn:microsoft.com/office/officeart/2018/2/layout/IconCircleList"/>
    <dgm:cxn modelId="{27F7B1E4-DC30-4F97-B13E-53A422128950}" type="presParOf" srcId="{57487FD1-6193-4D0F-8233-440C9F3FEB31}" destId="{A324DCA5-D838-433A-8DCE-11EA20BCE320}" srcOrd="3" destOrd="0" presId="urn:microsoft.com/office/officeart/2018/2/layout/IconCircleList"/>
    <dgm:cxn modelId="{5F4B84B6-0B85-4A81-8056-98601034F43A}" type="presParOf" srcId="{4DF641FC-AAF1-442B-BC19-1C7CE881D7F8}" destId="{99C36316-EAA8-4D21-9F43-4E530EE07A68}" srcOrd="3" destOrd="0" presId="urn:microsoft.com/office/officeart/2018/2/layout/IconCircleList"/>
    <dgm:cxn modelId="{8AF757FB-708D-4823-9EAA-EFFEFCCA5F6C}" type="presParOf" srcId="{4DF641FC-AAF1-442B-BC19-1C7CE881D7F8}" destId="{0D0240BF-ABD1-4936-9053-324E03E1C3DA}" srcOrd="4" destOrd="0" presId="urn:microsoft.com/office/officeart/2018/2/layout/IconCircleList"/>
    <dgm:cxn modelId="{3330C4FC-40FA-4280-884D-908904B4309C}" type="presParOf" srcId="{0D0240BF-ABD1-4936-9053-324E03E1C3DA}" destId="{4FD06BB0-2B88-481D-A6EC-1C1DE50A7053}" srcOrd="0" destOrd="0" presId="urn:microsoft.com/office/officeart/2018/2/layout/IconCircleList"/>
    <dgm:cxn modelId="{FCDB83C4-FC61-4601-AEB1-AA5A3BE82EE4}" type="presParOf" srcId="{0D0240BF-ABD1-4936-9053-324E03E1C3DA}" destId="{63111711-ECAC-4750-A685-DA77BBA96C26}" srcOrd="1" destOrd="0" presId="urn:microsoft.com/office/officeart/2018/2/layout/IconCircleList"/>
    <dgm:cxn modelId="{6C169036-F659-4D13-82CC-9EDDE9DEA31E}" type="presParOf" srcId="{0D0240BF-ABD1-4936-9053-324E03E1C3DA}" destId="{1A3AC92A-E573-4878-AC67-E4A4751EA16B}" srcOrd="2" destOrd="0" presId="urn:microsoft.com/office/officeart/2018/2/layout/IconCircleList"/>
    <dgm:cxn modelId="{1D23DA37-0287-4917-853B-A62BEAFC010A}" type="presParOf" srcId="{0D0240BF-ABD1-4936-9053-324E03E1C3DA}" destId="{5A11A9C5-A737-4B08-9341-C4CEC9A81CAA}" srcOrd="3" destOrd="0" presId="urn:microsoft.com/office/officeart/2018/2/layout/IconCircleList"/>
    <dgm:cxn modelId="{CEB2664C-4B38-4925-A58E-F9EBD327071E}" type="presParOf" srcId="{4DF641FC-AAF1-442B-BC19-1C7CE881D7F8}" destId="{506E07CD-B623-49E9-88D7-94B5C920E71D}" srcOrd="5" destOrd="0" presId="urn:microsoft.com/office/officeart/2018/2/layout/IconCircleList"/>
    <dgm:cxn modelId="{9A78BA35-F012-4A84-BB5A-827092943995}" type="presParOf" srcId="{4DF641FC-AAF1-442B-BC19-1C7CE881D7F8}" destId="{468353D0-C3FD-40C6-8045-2340286E8A85}" srcOrd="6" destOrd="0" presId="urn:microsoft.com/office/officeart/2018/2/layout/IconCircleList"/>
    <dgm:cxn modelId="{0A8AA6E2-66BB-41BA-A642-F977AB849C0E}" type="presParOf" srcId="{468353D0-C3FD-40C6-8045-2340286E8A85}" destId="{B074C57A-CD85-40F0-B5D0-E492E9AEB53C}" srcOrd="0" destOrd="0" presId="urn:microsoft.com/office/officeart/2018/2/layout/IconCircleList"/>
    <dgm:cxn modelId="{FF99A1FC-2877-437E-A618-ADD55F60CCC4}" type="presParOf" srcId="{468353D0-C3FD-40C6-8045-2340286E8A85}" destId="{4970B2BC-4F40-4C9F-A455-31CCA47B47F6}" srcOrd="1" destOrd="0" presId="urn:microsoft.com/office/officeart/2018/2/layout/IconCircleList"/>
    <dgm:cxn modelId="{FFDDF157-644B-4AF2-9EBD-88D71DAE6834}" type="presParOf" srcId="{468353D0-C3FD-40C6-8045-2340286E8A85}" destId="{C595F344-40ED-4213-B64A-C04D86AE9143}" srcOrd="2" destOrd="0" presId="urn:microsoft.com/office/officeart/2018/2/layout/IconCircleList"/>
    <dgm:cxn modelId="{B2113053-FCF3-4B27-AC7F-E6582C50F1E1}" type="presParOf" srcId="{468353D0-C3FD-40C6-8045-2340286E8A85}" destId="{C992D685-4EFB-4283-9BF3-F3EC20F107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B6C584-9FEF-40D7-B5C7-9C68DE2F7F3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94E543D-093F-4758-9BE4-0C26F3DF30D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Unity: escenas, UI y movimiento de personajes.</a:t>
          </a:r>
        </a:p>
      </dgm:t>
    </dgm:pt>
    <dgm:pt modelId="{02433571-B909-4381-A91B-B41F2A390109}" type="parTrans" cxnId="{E979ADAA-514E-4224-88B8-795B0910BA49}">
      <dgm:prSet/>
      <dgm:spPr/>
      <dgm:t>
        <a:bodyPr/>
        <a:lstStyle/>
        <a:p>
          <a:endParaRPr lang="en-US"/>
        </a:p>
      </dgm:t>
    </dgm:pt>
    <dgm:pt modelId="{B98D7B0F-0C1F-4286-AD41-3F06CC057400}" type="sibTrans" cxnId="{E979ADAA-514E-4224-88B8-795B0910BA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0FE8FD-694A-48F6-A70A-B1445B6EDE8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Mirror: sincronización entre clientes y servidor.</a:t>
          </a:r>
        </a:p>
      </dgm:t>
    </dgm:pt>
    <dgm:pt modelId="{88F6BEF8-EE56-4523-8514-1FEE546EF1ED}" type="parTrans" cxnId="{9130772A-1EB6-499B-A041-D4A68362B828}">
      <dgm:prSet/>
      <dgm:spPr/>
      <dgm:t>
        <a:bodyPr/>
        <a:lstStyle/>
        <a:p>
          <a:endParaRPr lang="en-US"/>
        </a:p>
      </dgm:t>
    </dgm:pt>
    <dgm:pt modelId="{955B165C-D023-4D5D-8E0A-8BAE7AA5AE6A}" type="sibTrans" cxnId="{9130772A-1EB6-499B-A041-D4A68362B82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FD0F0D5-869A-4C05-965C-EFEBADD68C2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PHP + MySQL: autenticación, API segura.</a:t>
          </a:r>
        </a:p>
      </dgm:t>
    </dgm:pt>
    <dgm:pt modelId="{320FBFA8-B239-4EC8-A28D-B208937A6E80}" type="parTrans" cxnId="{5B1A2438-E21E-454D-86C2-CAD247EAD83C}">
      <dgm:prSet/>
      <dgm:spPr/>
      <dgm:t>
        <a:bodyPr/>
        <a:lstStyle/>
        <a:p>
          <a:endParaRPr lang="en-US"/>
        </a:p>
      </dgm:t>
    </dgm:pt>
    <dgm:pt modelId="{B75E4844-DA8C-4000-AB77-C1D79979F1C2}" type="sibTrans" cxnId="{5B1A2438-E21E-454D-86C2-CAD247EAD8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61382F4-EEC0-4131-AA40-4CE2864E298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noProof="0" dirty="0"/>
            <a:t> AWS: hosting, cifrado y certificados SSL.</a:t>
          </a:r>
        </a:p>
      </dgm:t>
    </dgm:pt>
    <dgm:pt modelId="{2BAEEBB0-FCDD-4F39-93D1-AFAAFF79A914}" type="parTrans" cxnId="{163DABE3-C829-4C0A-92C1-EE52E2BE2764}">
      <dgm:prSet/>
      <dgm:spPr/>
      <dgm:t>
        <a:bodyPr/>
        <a:lstStyle/>
        <a:p>
          <a:endParaRPr lang="en-US"/>
        </a:p>
      </dgm:t>
    </dgm:pt>
    <dgm:pt modelId="{65CD4587-1FD4-4F9B-AC46-973E7DE0D5F3}" type="sibTrans" cxnId="{163DABE3-C829-4C0A-92C1-EE52E2BE2764}">
      <dgm:prSet/>
      <dgm:spPr/>
      <dgm:t>
        <a:bodyPr/>
        <a:lstStyle/>
        <a:p>
          <a:endParaRPr lang="en-US"/>
        </a:p>
      </dgm:t>
    </dgm:pt>
    <dgm:pt modelId="{D66574A1-D0EA-40AD-BF85-11B5B1EE1A8E}" type="pres">
      <dgm:prSet presAssocID="{DEB6C584-9FEF-40D7-B5C7-9C68DE2F7F37}" presName="root" presStyleCnt="0">
        <dgm:presLayoutVars>
          <dgm:dir/>
          <dgm:resizeHandles val="exact"/>
        </dgm:presLayoutVars>
      </dgm:prSet>
      <dgm:spPr/>
    </dgm:pt>
    <dgm:pt modelId="{18CF18C7-F11E-40E9-BC6B-C23E208301A4}" type="pres">
      <dgm:prSet presAssocID="{DEB6C584-9FEF-40D7-B5C7-9C68DE2F7F37}" presName="container" presStyleCnt="0">
        <dgm:presLayoutVars>
          <dgm:dir/>
          <dgm:resizeHandles val="exact"/>
        </dgm:presLayoutVars>
      </dgm:prSet>
      <dgm:spPr/>
    </dgm:pt>
    <dgm:pt modelId="{7DF22221-4736-4159-A55E-E2F53F322EAF}" type="pres">
      <dgm:prSet presAssocID="{094E543D-093F-4758-9BE4-0C26F3DF30D3}" presName="compNode" presStyleCnt="0"/>
      <dgm:spPr/>
    </dgm:pt>
    <dgm:pt modelId="{96AB1B56-ACAF-4B3B-A435-304E9AF623EF}" type="pres">
      <dgm:prSet presAssocID="{094E543D-093F-4758-9BE4-0C26F3DF30D3}" presName="iconBgRect" presStyleLbl="bgShp" presStyleIdx="0" presStyleCnt="4"/>
      <dgm:spPr/>
    </dgm:pt>
    <dgm:pt modelId="{52F77FFD-2FFB-4EB1-94B2-5FAE96A628C8}" type="pres">
      <dgm:prSet presAssocID="{094E543D-093F-4758-9BE4-0C26F3DF30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2CD87CFA-E1CC-497B-A010-83CE5AA7A7A5}" type="pres">
      <dgm:prSet presAssocID="{094E543D-093F-4758-9BE4-0C26F3DF30D3}" presName="spaceRect" presStyleCnt="0"/>
      <dgm:spPr/>
    </dgm:pt>
    <dgm:pt modelId="{95F85DB4-45D5-4477-9114-2C2C9A07FE20}" type="pres">
      <dgm:prSet presAssocID="{094E543D-093F-4758-9BE4-0C26F3DF30D3}" presName="textRect" presStyleLbl="revTx" presStyleIdx="0" presStyleCnt="4">
        <dgm:presLayoutVars>
          <dgm:chMax val="1"/>
          <dgm:chPref val="1"/>
        </dgm:presLayoutVars>
      </dgm:prSet>
      <dgm:spPr/>
    </dgm:pt>
    <dgm:pt modelId="{E0803E46-75B3-48CF-A8AC-9D23A4C1F242}" type="pres">
      <dgm:prSet presAssocID="{B98D7B0F-0C1F-4286-AD41-3F06CC057400}" presName="sibTrans" presStyleLbl="sibTrans2D1" presStyleIdx="0" presStyleCnt="0"/>
      <dgm:spPr/>
    </dgm:pt>
    <dgm:pt modelId="{797B1F23-0FCB-4761-B00D-DBB5E04867E8}" type="pres">
      <dgm:prSet presAssocID="{C00FE8FD-694A-48F6-A70A-B1445B6EDE8D}" presName="compNode" presStyleCnt="0"/>
      <dgm:spPr/>
    </dgm:pt>
    <dgm:pt modelId="{E282CDC0-DA50-48DC-9120-41362134908E}" type="pres">
      <dgm:prSet presAssocID="{C00FE8FD-694A-48F6-A70A-B1445B6EDE8D}" presName="iconBgRect" presStyleLbl="bgShp" presStyleIdx="1" presStyleCnt="4"/>
      <dgm:spPr/>
    </dgm:pt>
    <dgm:pt modelId="{D09AB4BE-10BA-42E5-A9E7-42918B46291E}" type="pres">
      <dgm:prSet presAssocID="{C00FE8FD-694A-48F6-A70A-B1445B6EDE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A7BC06D1-27E1-4263-8E49-FDB589648852}" type="pres">
      <dgm:prSet presAssocID="{C00FE8FD-694A-48F6-A70A-B1445B6EDE8D}" presName="spaceRect" presStyleCnt="0"/>
      <dgm:spPr/>
    </dgm:pt>
    <dgm:pt modelId="{DDE6DDD4-6706-43B0-BFC2-112C7A346F51}" type="pres">
      <dgm:prSet presAssocID="{C00FE8FD-694A-48F6-A70A-B1445B6EDE8D}" presName="textRect" presStyleLbl="revTx" presStyleIdx="1" presStyleCnt="4">
        <dgm:presLayoutVars>
          <dgm:chMax val="1"/>
          <dgm:chPref val="1"/>
        </dgm:presLayoutVars>
      </dgm:prSet>
      <dgm:spPr/>
    </dgm:pt>
    <dgm:pt modelId="{A90A40DD-9EF1-4FA8-91AF-1B602FB52CA0}" type="pres">
      <dgm:prSet presAssocID="{955B165C-D023-4D5D-8E0A-8BAE7AA5AE6A}" presName="sibTrans" presStyleLbl="sibTrans2D1" presStyleIdx="0" presStyleCnt="0"/>
      <dgm:spPr/>
    </dgm:pt>
    <dgm:pt modelId="{22A2F469-B2EA-4026-A4E6-A3B4C2BDA0D6}" type="pres">
      <dgm:prSet presAssocID="{5FD0F0D5-869A-4C05-965C-EFEBADD68C2B}" presName="compNode" presStyleCnt="0"/>
      <dgm:spPr/>
    </dgm:pt>
    <dgm:pt modelId="{4A067F95-2E91-48EA-A8B1-9B3F1B51FCC0}" type="pres">
      <dgm:prSet presAssocID="{5FD0F0D5-869A-4C05-965C-EFEBADD68C2B}" presName="iconBgRect" presStyleLbl="bgShp" presStyleIdx="2" presStyleCnt="4"/>
      <dgm:spPr/>
    </dgm:pt>
    <dgm:pt modelId="{206825CB-95DD-4CAB-9436-44E0393E84D5}" type="pres">
      <dgm:prSet presAssocID="{5FD0F0D5-869A-4C05-965C-EFEBADD68C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9EE38854-F414-4EA5-AFCC-2361E98FE32D}" type="pres">
      <dgm:prSet presAssocID="{5FD0F0D5-869A-4C05-965C-EFEBADD68C2B}" presName="spaceRect" presStyleCnt="0"/>
      <dgm:spPr/>
    </dgm:pt>
    <dgm:pt modelId="{BED2667C-A55B-42CF-9061-072F8217D4C3}" type="pres">
      <dgm:prSet presAssocID="{5FD0F0D5-869A-4C05-965C-EFEBADD68C2B}" presName="textRect" presStyleLbl="revTx" presStyleIdx="2" presStyleCnt="4">
        <dgm:presLayoutVars>
          <dgm:chMax val="1"/>
          <dgm:chPref val="1"/>
        </dgm:presLayoutVars>
      </dgm:prSet>
      <dgm:spPr/>
    </dgm:pt>
    <dgm:pt modelId="{A57CD034-4F39-4437-89CE-E2499BE01AD6}" type="pres">
      <dgm:prSet presAssocID="{B75E4844-DA8C-4000-AB77-C1D79979F1C2}" presName="sibTrans" presStyleLbl="sibTrans2D1" presStyleIdx="0" presStyleCnt="0"/>
      <dgm:spPr/>
    </dgm:pt>
    <dgm:pt modelId="{279ED07C-6694-4646-B299-8966662679A2}" type="pres">
      <dgm:prSet presAssocID="{561382F4-EEC0-4131-AA40-4CE2864E298D}" presName="compNode" presStyleCnt="0"/>
      <dgm:spPr/>
    </dgm:pt>
    <dgm:pt modelId="{9517352E-4CB9-4012-9D93-B801621650A0}" type="pres">
      <dgm:prSet presAssocID="{561382F4-EEC0-4131-AA40-4CE2864E298D}" presName="iconBgRect" presStyleLbl="bgShp" presStyleIdx="3" presStyleCnt="4"/>
      <dgm:spPr/>
    </dgm:pt>
    <dgm:pt modelId="{7CB42074-F613-4AEB-B62A-5E963E935EB1}" type="pres">
      <dgm:prSet presAssocID="{561382F4-EEC0-4131-AA40-4CE2864E298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A22610C1-7870-45C4-B7D1-3CA99EA4BB44}" type="pres">
      <dgm:prSet presAssocID="{561382F4-EEC0-4131-AA40-4CE2864E298D}" presName="spaceRect" presStyleCnt="0"/>
      <dgm:spPr/>
    </dgm:pt>
    <dgm:pt modelId="{628A3073-9E9C-488C-BD9A-593C00CCD6D9}" type="pres">
      <dgm:prSet presAssocID="{561382F4-EEC0-4131-AA40-4CE2864E29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88A0803-E6BB-4D74-A058-7A63BC723585}" type="presOf" srcId="{B98D7B0F-0C1F-4286-AD41-3F06CC057400}" destId="{E0803E46-75B3-48CF-A8AC-9D23A4C1F242}" srcOrd="0" destOrd="0" presId="urn:microsoft.com/office/officeart/2018/2/layout/IconCircleList"/>
    <dgm:cxn modelId="{AC73390C-7418-464E-8A2D-E3C7981146EC}" type="presOf" srcId="{955B165C-D023-4D5D-8E0A-8BAE7AA5AE6A}" destId="{A90A40DD-9EF1-4FA8-91AF-1B602FB52CA0}" srcOrd="0" destOrd="0" presId="urn:microsoft.com/office/officeart/2018/2/layout/IconCircleList"/>
    <dgm:cxn modelId="{7FB42910-9FC5-4B50-A00D-1059B54055CC}" type="presOf" srcId="{DEB6C584-9FEF-40D7-B5C7-9C68DE2F7F37}" destId="{D66574A1-D0EA-40AD-BF85-11B5B1EE1A8E}" srcOrd="0" destOrd="0" presId="urn:microsoft.com/office/officeart/2018/2/layout/IconCircleList"/>
    <dgm:cxn modelId="{9130772A-1EB6-499B-A041-D4A68362B828}" srcId="{DEB6C584-9FEF-40D7-B5C7-9C68DE2F7F37}" destId="{C00FE8FD-694A-48F6-A70A-B1445B6EDE8D}" srcOrd="1" destOrd="0" parTransId="{88F6BEF8-EE56-4523-8514-1FEE546EF1ED}" sibTransId="{955B165C-D023-4D5D-8E0A-8BAE7AA5AE6A}"/>
    <dgm:cxn modelId="{5B1A2438-E21E-454D-86C2-CAD247EAD83C}" srcId="{DEB6C584-9FEF-40D7-B5C7-9C68DE2F7F37}" destId="{5FD0F0D5-869A-4C05-965C-EFEBADD68C2B}" srcOrd="2" destOrd="0" parTransId="{320FBFA8-B239-4EC8-A28D-B208937A6E80}" sibTransId="{B75E4844-DA8C-4000-AB77-C1D79979F1C2}"/>
    <dgm:cxn modelId="{85EF345A-54AC-40D1-86A0-58B8549E8A35}" type="presOf" srcId="{B75E4844-DA8C-4000-AB77-C1D79979F1C2}" destId="{A57CD034-4F39-4437-89CE-E2499BE01AD6}" srcOrd="0" destOrd="0" presId="urn:microsoft.com/office/officeart/2018/2/layout/IconCircleList"/>
    <dgm:cxn modelId="{B86D407A-CCB4-4B36-9547-69DA3D279E99}" type="presOf" srcId="{C00FE8FD-694A-48F6-A70A-B1445B6EDE8D}" destId="{DDE6DDD4-6706-43B0-BFC2-112C7A346F51}" srcOrd="0" destOrd="0" presId="urn:microsoft.com/office/officeart/2018/2/layout/IconCircleList"/>
    <dgm:cxn modelId="{E979ADAA-514E-4224-88B8-795B0910BA49}" srcId="{DEB6C584-9FEF-40D7-B5C7-9C68DE2F7F37}" destId="{094E543D-093F-4758-9BE4-0C26F3DF30D3}" srcOrd="0" destOrd="0" parTransId="{02433571-B909-4381-A91B-B41F2A390109}" sibTransId="{B98D7B0F-0C1F-4286-AD41-3F06CC057400}"/>
    <dgm:cxn modelId="{EDFEC2B7-2935-4CB9-8665-89E5AC70F09F}" type="presOf" srcId="{5FD0F0D5-869A-4C05-965C-EFEBADD68C2B}" destId="{BED2667C-A55B-42CF-9061-072F8217D4C3}" srcOrd="0" destOrd="0" presId="urn:microsoft.com/office/officeart/2018/2/layout/IconCircleList"/>
    <dgm:cxn modelId="{8FD2D4D7-956A-40C9-9470-5561A36E1EE9}" type="presOf" srcId="{561382F4-EEC0-4131-AA40-4CE2864E298D}" destId="{628A3073-9E9C-488C-BD9A-593C00CCD6D9}" srcOrd="0" destOrd="0" presId="urn:microsoft.com/office/officeart/2018/2/layout/IconCircleList"/>
    <dgm:cxn modelId="{446F99E1-5E7B-493F-A2FB-F6B61DC85D4F}" type="presOf" srcId="{094E543D-093F-4758-9BE4-0C26F3DF30D3}" destId="{95F85DB4-45D5-4477-9114-2C2C9A07FE20}" srcOrd="0" destOrd="0" presId="urn:microsoft.com/office/officeart/2018/2/layout/IconCircleList"/>
    <dgm:cxn modelId="{163DABE3-C829-4C0A-92C1-EE52E2BE2764}" srcId="{DEB6C584-9FEF-40D7-B5C7-9C68DE2F7F37}" destId="{561382F4-EEC0-4131-AA40-4CE2864E298D}" srcOrd="3" destOrd="0" parTransId="{2BAEEBB0-FCDD-4F39-93D1-AFAAFF79A914}" sibTransId="{65CD4587-1FD4-4F9B-AC46-973E7DE0D5F3}"/>
    <dgm:cxn modelId="{8C051F3A-E5E5-4231-BCAE-B0CA64DCB251}" type="presParOf" srcId="{D66574A1-D0EA-40AD-BF85-11B5B1EE1A8E}" destId="{18CF18C7-F11E-40E9-BC6B-C23E208301A4}" srcOrd="0" destOrd="0" presId="urn:microsoft.com/office/officeart/2018/2/layout/IconCircleList"/>
    <dgm:cxn modelId="{F8870053-9F90-4B60-89E3-C0FD3E3723FD}" type="presParOf" srcId="{18CF18C7-F11E-40E9-BC6B-C23E208301A4}" destId="{7DF22221-4736-4159-A55E-E2F53F322EAF}" srcOrd="0" destOrd="0" presId="urn:microsoft.com/office/officeart/2018/2/layout/IconCircleList"/>
    <dgm:cxn modelId="{D2478146-B9AD-4B8E-9E32-03CE801C94D8}" type="presParOf" srcId="{7DF22221-4736-4159-A55E-E2F53F322EAF}" destId="{96AB1B56-ACAF-4B3B-A435-304E9AF623EF}" srcOrd="0" destOrd="0" presId="urn:microsoft.com/office/officeart/2018/2/layout/IconCircleList"/>
    <dgm:cxn modelId="{8988351B-3ADD-404C-93F2-3E27A8176EC3}" type="presParOf" srcId="{7DF22221-4736-4159-A55E-E2F53F322EAF}" destId="{52F77FFD-2FFB-4EB1-94B2-5FAE96A628C8}" srcOrd="1" destOrd="0" presId="urn:microsoft.com/office/officeart/2018/2/layout/IconCircleList"/>
    <dgm:cxn modelId="{3368AF22-1CFA-406F-8712-A556144E2EDD}" type="presParOf" srcId="{7DF22221-4736-4159-A55E-E2F53F322EAF}" destId="{2CD87CFA-E1CC-497B-A010-83CE5AA7A7A5}" srcOrd="2" destOrd="0" presId="urn:microsoft.com/office/officeart/2018/2/layout/IconCircleList"/>
    <dgm:cxn modelId="{62B3C36C-981E-402B-B67F-FC8B07CD73B1}" type="presParOf" srcId="{7DF22221-4736-4159-A55E-E2F53F322EAF}" destId="{95F85DB4-45D5-4477-9114-2C2C9A07FE20}" srcOrd="3" destOrd="0" presId="urn:microsoft.com/office/officeart/2018/2/layout/IconCircleList"/>
    <dgm:cxn modelId="{B0D3317D-B8B9-4F24-807B-CDE58CFD679B}" type="presParOf" srcId="{18CF18C7-F11E-40E9-BC6B-C23E208301A4}" destId="{E0803E46-75B3-48CF-A8AC-9D23A4C1F242}" srcOrd="1" destOrd="0" presId="urn:microsoft.com/office/officeart/2018/2/layout/IconCircleList"/>
    <dgm:cxn modelId="{9847B44B-3B7B-4E2B-8E28-4046F5EB6D92}" type="presParOf" srcId="{18CF18C7-F11E-40E9-BC6B-C23E208301A4}" destId="{797B1F23-0FCB-4761-B00D-DBB5E04867E8}" srcOrd="2" destOrd="0" presId="urn:microsoft.com/office/officeart/2018/2/layout/IconCircleList"/>
    <dgm:cxn modelId="{99C2D3AE-63FC-4DF9-978F-09BC146ABBD3}" type="presParOf" srcId="{797B1F23-0FCB-4761-B00D-DBB5E04867E8}" destId="{E282CDC0-DA50-48DC-9120-41362134908E}" srcOrd="0" destOrd="0" presId="urn:microsoft.com/office/officeart/2018/2/layout/IconCircleList"/>
    <dgm:cxn modelId="{C0102FE0-ABCA-4F66-B964-D9DFDDD2E42D}" type="presParOf" srcId="{797B1F23-0FCB-4761-B00D-DBB5E04867E8}" destId="{D09AB4BE-10BA-42E5-A9E7-42918B46291E}" srcOrd="1" destOrd="0" presId="urn:microsoft.com/office/officeart/2018/2/layout/IconCircleList"/>
    <dgm:cxn modelId="{633D4112-D6A0-41F3-B0A7-DAD1AC8AEB50}" type="presParOf" srcId="{797B1F23-0FCB-4761-B00D-DBB5E04867E8}" destId="{A7BC06D1-27E1-4263-8E49-FDB589648852}" srcOrd="2" destOrd="0" presId="urn:microsoft.com/office/officeart/2018/2/layout/IconCircleList"/>
    <dgm:cxn modelId="{92A716D9-F669-4768-873C-718DCCF5E9F7}" type="presParOf" srcId="{797B1F23-0FCB-4761-B00D-DBB5E04867E8}" destId="{DDE6DDD4-6706-43B0-BFC2-112C7A346F51}" srcOrd="3" destOrd="0" presId="urn:microsoft.com/office/officeart/2018/2/layout/IconCircleList"/>
    <dgm:cxn modelId="{E50D3022-5FB8-42E9-8B99-80337D72BDE1}" type="presParOf" srcId="{18CF18C7-F11E-40E9-BC6B-C23E208301A4}" destId="{A90A40DD-9EF1-4FA8-91AF-1B602FB52CA0}" srcOrd="3" destOrd="0" presId="urn:microsoft.com/office/officeart/2018/2/layout/IconCircleList"/>
    <dgm:cxn modelId="{B1D329BC-5EF4-40CB-A397-4D161BE19BD6}" type="presParOf" srcId="{18CF18C7-F11E-40E9-BC6B-C23E208301A4}" destId="{22A2F469-B2EA-4026-A4E6-A3B4C2BDA0D6}" srcOrd="4" destOrd="0" presId="urn:microsoft.com/office/officeart/2018/2/layout/IconCircleList"/>
    <dgm:cxn modelId="{41E5C227-9068-40CF-A7AC-554E7BCF4B50}" type="presParOf" srcId="{22A2F469-B2EA-4026-A4E6-A3B4C2BDA0D6}" destId="{4A067F95-2E91-48EA-A8B1-9B3F1B51FCC0}" srcOrd="0" destOrd="0" presId="urn:microsoft.com/office/officeart/2018/2/layout/IconCircleList"/>
    <dgm:cxn modelId="{F4DD3F6F-93E9-4E20-9A07-AED499B2C543}" type="presParOf" srcId="{22A2F469-B2EA-4026-A4E6-A3B4C2BDA0D6}" destId="{206825CB-95DD-4CAB-9436-44E0393E84D5}" srcOrd="1" destOrd="0" presId="urn:microsoft.com/office/officeart/2018/2/layout/IconCircleList"/>
    <dgm:cxn modelId="{94206ED9-0FED-402A-AFA8-F11666BA54F9}" type="presParOf" srcId="{22A2F469-B2EA-4026-A4E6-A3B4C2BDA0D6}" destId="{9EE38854-F414-4EA5-AFCC-2361E98FE32D}" srcOrd="2" destOrd="0" presId="urn:microsoft.com/office/officeart/2018/2/layout/IconCircleList"/>
    <dgm:cxn modelId="{80493EE6-AF36-4E94-9D8C-66A5E5A13CD3}" type="presParOf" srcId="{22A2F469-B2EA-4026-A4E6-A3B4C2BDA0D6}" destId="{BED2667C-A55B-42CF-9061-072F8217D4C3}" srcOrd="3" destOrd="0" presId="urn:microsoft.com/office/officeart/2018/2/layout/IconCircleList"/>
    <dgm:cxn modelId="{BDCA5252-A123-4EB5-BF40-B952DA8B48EF}" type="presParOf" srcId="{18CF18C7-F11E-40E9-BC6B-C23E208301A4}" destId="{A57CD034-4F39-4437-89CE-E2499BE01AD6}" srcOrd="5" destOrd="0" presId="urn:microsoft.com/office/officeart/2018/2/layout/IconCircleList"/>
    <dgm:cxn modelId="{FB831C84-8E23-4A64-95FB-E644DF7A51CD}" type="presParOf" srcId="{18CF18C7-F11E-40E9-BC6B-C23E208301A4}" destId="{279ED07C-6694-4646-B299-8966662679A2}" srcOrd="6" destOrd="0" presId="urn:microsoft.com/office/officeart/2018/2/layout/IconCircleList"/>
    <dgm:cxn modelId="{8D23316D-ECA1-48D8-8A2D-D31D9441A7EF}" type="presParOf" srcId="{279ED07C-6694-4646-B299-8966662679A2}" destId="{9517352E-4CB9-4012-9D93-B801621650A0}" srcOrd="0" destOrd="0" presId="urn:microsoft.com/office/officeart/2018/2/layout/IconCircleList"/>
    <dgm:cxn modelId="{E6030CB0-F2A9-406F-84ED-6BC4595FE6E8}" type="presParOf" srcId="{279ED07C-6694-4646-B299-8966662679A2}" destId="{7CB42074-F613-4AEB-B62A-5E963E935EB1}" srcOrd="1" destOrd="0" presId="urn:microsoft.com/office/officeart/2018/2/layout/IconCircleList"/>
    <dgm:cxn modelId="{C2D0131E-8550-4787-A30A-622051E35E08}" type="presParOf" srcId="{279ED07C-6694-4646-B299-8966662679A2}" destId="{A22610C1-7870-45C4-B7D1-3CA99EA4BB44}" srcOrd="2" destOrd="0" presId="urn:microsoft.com/office/officeart/2018/2/layout/IconCircleList"/>
    <dgm:cxn modelId="{1F28E9CA-91E3-4343-AC5C-25D0D001820D}" type="presParOf" srcId="{279ED07C-6694-4646-B299-8966662679A2}" destId="{628A3073-9E9C-488C-BD9A-593C00CCD6D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0619822-5A63-4F5A-8653-3C546F9D351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3224AC6-73F4-4783-BEEF-858899696F95}">
      <dgm:prSet/>
      <dgm:spPr/>
      <dgm:t>
        <a:bodyPr/>
        <a:lstStyle/>
        <a:p>
          <a:r>
            <a:rPr lang="es-ES" noProof="0" dirty="0"/>
            <a:t> Optimizar compartición de pantalla.</a:t>
          </a:r>
        </a:p>
      </dgm:t>
    </dgm:pt>
    <dgm:pt modelId="{AD530474-945F-4F6A-B173-222D71D18CA1}" type="parTrans" cxnId="{EF74624E-CB1D-48E1-B458-159764E6D3DB}">
      <dgm:prSet/>
      <dgm:spPr/>
      <dgm:t>
        <a:bodyPr/>
        <a:lstStyle/>
        <a:p>
          <a:endParaRPr lang="en-US"/>
        </a:p>
      </dgm:t>
    </dgm:pt>
    <dgm:pt modelId="{7A0691E2-A60A-491B-82C2-CA52A4F952E9}" type="sibTrans" cxnId="{EF74624E-CB1D-48E1-B458-159764E6D3DB}">
      <dgm:prSet/>
      <dgm:spPr/>
      <dgm:t>
        <a:bodyPr/>
        <a:lstStyle/>
        <a:p>
          <a:endParaRPr lang="en-US"/>
        </a:p>
      </dgm:t>
    </dgm:pt>
    <dgm:pt modelId="{2F554E08-FBFA-43AE-8851-6707931FD1EF}">
      <dgm:prSet/>
      <dgm:spPr/>
      <dgm:t>
        <a:bodyPr/>
        <a:lstStyle/>
        <a:p>
          <a:r>
            <a:rPr lang="es-ES" noProof="0" dirty="0"/>
            <a:t> Añadir persistencia de chats e historial.</a:t>
          </a:r>
        </a:p>
      </dgm:t>
    </dgm:pt>
    <dgm:pt modelId="{6D133D4F-F7EA-4726-A3F1-104682FC631E}" type="parTrans" cxnId="{711C75C1-5BC4-453A-899A-2FD830A75E69}">
      <dgm:prSet/>
      <dgm:spPr/>
      <dgm:t>
        <a:bodyPr/>
        <a:lstStyle/>
        <a:p>
          <a:endParaRPr lang="en-US"/>
        </a:p>
      </dgm:t>
    </dgm:pt>
    <dgm:pt modelId="{52A3E91B-655E-4431-9E4A-8E6489AEAE4F}" type="sibTrans" cxnId="{711C75C1-5BC4-453A-899A-2FD830A75E69}">
      <dgm:prSet/>
      <dgm:spPr/>
      <dgm:t>
        <a:bodyPr/>
        <a:lstStyle/>
        <a:p>
          <a:endParaRPr lang="en-US"/>
        </a:p>
      </dgm:t>
    </dgm:pt>
    <dgm:pt modelId="{97CA0B55-FB0F-47FE-8A7F-538A34678021}">
      <dgm:prSet/>
      <dgm:spPr/>
      <dgm:t>
        <a:bodyPr/>
        <a:lstStyle/>
        <a:p>
          <a:r>
            <a:rPr lang="es-ES" noProof="0" dirty="0"/>
            <a:t> Roles y permisos de administración.</a:t>
          </a:r>
        </a:p>
      </dgm:t>
    </dgm:pt>
    <dgm:pt modelId="{E6F834B1-E670-4501-AD1A-3AE3DE93836B}" type="parTrans" cxnId="{4ACCF2B5-2F8F-47DF-9A44-86E2AD0C9E02}">
      <dgm:prSet/>
      <dgm:spPr/>
      <dgm:t>
        <a:bodyPr/>
        <a:lstStyle/>
        <a:p>
          <a:endParaRPr lang="en-US"/>
        </a:p>
      </dgm:t>
    </dgm:pt>
    <dgm:pt modelId="{D16D4856-9D3A-45B0-A5FA-BEEB4EBE8787}" type="sibTrans" cxnId="{4ACCF2B5-2F8F-47DF-9A44-86E2AD0C9E02}">
      <dgm:prSet/>
      <dgm:spPr/>
      <dgm:t>
        <a:bodyPr/>
        <a:lstStyle/>
        <a:p>
          <a:endParaRPr lang="en-US"/>
        </a:p>
      </dgm:t>
    </dgm:pt>
    <dgm:pt modelId="{C2DA36EC-6481-40A5-9745-A5D51D04F567}">
      <dgm:prSet/>
      <dgm:spPr/>
      <dgm:t>
        <a:bodyPr/>
        <a:lstStyle/>
        <a:p>
          <a:r>
            <a:rPr lang="es-ES" noProof="0" dirty="0"/>
            <a:t> Versión móvil/web, mayor accesibilidad.</a:t>
          </a:r>
        </a:p>
      </dgm:t>
    </dgm:pt>
    <dgm:pt modelId="{E928E389-6F86-4525-AEC7-11132220CBCF}" type="parTrans" cxnId="{A8D369CE-F78F-4B1A-A783-7D60DA1F298C}">
      <dgm:prSet/>
      <dgm:spPr/>
      <dgm:t>
        <a:bodyPr/>
        <a:lstStyle/>
        <a:p>
          <a:endParaRPr lang="en-US"/>
        </a:p>
      </dgm:t>
    </dgm:pt>
    <dgm:pt modelId="{9D829E90-7F92-4292-93C4-54DAEAD642C7}" type="sibTrans" cxnId="{A8D369CE-F78F-4B1A-A783-7D60DA1F298C}">
      <dgm:prSet/>
      <dgm:spPr/>
      <dgm:t>
        <a:bodyPr/>
        <a:lstStyle/>
        <a:p>
          <a:endParaRPr lang="en-US"/>
        </a:p>
      </dgm:t>
    </dgm:pt>
    <dgm:pt modelId="{DECC1079-ACFB-4592-ADE9-B4966FC3E521}" type="pres">
      <dgm:prSet presAssocID="{A0619822-5A63-4F5A-8653-3C546F9D3518}" presName="root" presStyleCnt="0">
        <dgm:presLayoutVars>
          <dgm:dir/>
          <dgm:resizeHandles val="exact"/>
        </dgm:presLayoutVars>
      </dgm:prSet>
      <dgm:spPr/>
    </dgm:pt>
    <dgm:pt modelId="{388B8F93-A53A-4EE0-9B4B-A9EB38740F10}" type="pres">
      <dgm:prSet presAssocID="{23224AC6-73F4-4783-BEEF-858899696F95}" presName="compNode" presStyleCnt="0"/>
      <dgm:spPr/>
    </dgm:pt>
    <dgm:pt modelId="{A8DDB409-5D0A-4EB3-8056-E91DF2C888BF}" type="pres">
      <dgm:prSet presAssocID="{23224AC6-73F4-4783-BEEF-858899696F9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84250219-F060-491A-B5B5-158CCE1A2933}" type="pres">
      <dgm:prSet presAssocID="{23224AC6-73F4-4783-BEEF-858899696F95}" presName="spaceRect" presStyleCnt="0"/>
      <dgm:spPr/>
    </dgm:pt>
    <dgm:pt modelId="{6AE2FED1-B1B3-4572-A5FA-14EBC733DFCA}" type="pres">
      <dgm:prSet presAssocID="{23224AC6-73F4-4783-BEEF-858899696F95}" presName="textRect" presStyleLbl="revTx" presStyleIdx="0" presStyleCnt="4">
        <dgm:presLayoutVars>
          <dgm:chMax val="1"/>
          <dgm:chPref val="1"/>
        </dgm:presLayoutVars>
      </dgm:prSet>
      <dgm:spPr/>
    </dgm:pt>
    <dgm:pt modelId="{02218AEC-366A-4E4D-9C15-6C0E5C069963}" type="pres">
      <dgm:prSet presAssocID="{7A0691E2-A60A-491B-82C2-CA52A4F952E9}" presName="sibTrans" presStyleCnt="0"/>
      <dgm:spPr/>
    </dgm:pt>
    <dgm:pt modelId="{CC82F4CC-355C-4A5E-AC38-247B7BBACF26}" type="pres">
      <dgm:prSet presAssocID="{2F554E08-FBFA-43AE-8851-6707931FD1EF}" presName="compNode" presStyleCnt="0"/>
      <dgm:spPr/>
    </dgm:pt>
    <dgm:pt modelId="{832BC161-5372-451C-8E1A-3D975F5A6600}" type="pres">
      <dgm:prSet presAssocID="{2F554E08-FBFA-43AE-8851-6707931FD1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z"/>
        </a:ext>
      </dgm:extLst>
    </dgm:pt>
    <dgm:pt modelId="{C45B9DCA-AFA4-4B18-AC3C-F846B5F0B68C}" type="pres">
      <dgm:prSet presAssocID="{2F554E08-FBFA-43AE-8851-6707931FD1EF}" presName="spaceRect" presStyleCnt="0"/>
      <dgm:spPr/>
    </dgm:pt>
    <dgm:pt modelId="{1DD3407D-1E21-428D-B58F-6EFBE74E812D}" type="pres">
      <dgm:prSet presAssocID="{2F554E08-FBFA-43AE-8851-6707931FD1EF}" presName="textRect" presStyleLbl="revTx" presStyleIdx="1" presStyleCnt="4">
        <dgm:presLayoutVars>
          <dgm:chMax val="1"/>
          <dgm:chPref val="1"/>
        </dgm:presLayoutVars>
      </dgm:prSet>
      <dgm:spPr/>
    </dgm:pt>
    <dgm:pt modelId="{149E5417-FB6B-48F2-AE13-71314CC85EB2}" type="pres">
      <dgm:prSet presAssocID="{52A3E91B-655E-4431-9E4A-8E6489AEAE4F}" presName="sibTrans" presStyleCnt="0"/>
      <dgm:spPr/>
    </dgm:pt>
    <dgm:pt modelId="{5B32D76D-94F9-46D3-B94F-8323D90AA4E8}" type="pres">
      <dgm:prSet presAssocID="{97CA0B55-FB0F-47FE-8A7F-538A34678021}" presName="compNode" presStyleCnt="0"/>
      <dgm:spPr/>
    </dgm:pt>
    <dgm:pt modelId="{C4A4E440-1111-4212-B996-C52B47509C72}" type="pres">
      <dgm:prSet presAssocID="{97CA0B55-FB0F-47FE-8A7F-538A3467802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99D38070-811F-43D0-A44B-36B6F54D6353}" type="pres">
      <dgm:prSet presAssocID="{97CA0B55-FB0F-47FE-8A7F-538A34678021}" presName="spaceRect" presStyleCnt="0"/>
      <dgm:spPr/>
    </dgm:pt>
    <dgm:pt modelId="{4B57ADD1-3149-4818-90EB-D621949E7177}" type="pres">
      <dgm:prSet presAssocID="{97CA0B55-FB0F-47FE-8A7F-538A34678021}" presName="textRect" presStyleLbl="revTx" presStyleIdx="2" presStyleCnt="4">
        <dgm:presLayoutVars>
          <dgm:chMax val="1"/>
          <dgm:chPref val="1"/>
        </dgm:presLayoutVars>
      </dgm:prSet>
      <dgm:spPr/>
    </dgm:pt>
    <dgm:pt modelId="{F6A52CAD-9A2A-44CD-A1F0-D31EBF352B4B}" type="pres">
      <dgm:prSet presAssocID="{D16D4856-9D3A-45B0-A5FA-BEEB4EBE8787}" presName="sibTrans" presStyleCnt="0"/>
      <dgm:spPr/>
    </dgm:pt>
    <dgm:pt modelId="{6295C1F3-6375-4B51-A3EA-32EF0D7D050D}" type="pres">
      <dgm:prSet presAssocID="{C2DA36EC-6481-40A5-9745-A5D51D04F567}" presName="compNode" presStyleCnt="0"/>
      <dgm:spPr/>
    </dgm:pt>
    <dgm:pt modelId="{4CE86C05-51E0-44EF-9529-8461E32B984D}" type="pres">
      <dgm:prSet presAssocID="{C2DA36EC-6481-40A5-9745-A5D51D04F5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6F41382-D867-4A6A-BE5B-31FE8B2CC4B4}" type="pres">
      <dgm:prSet presAssocID="{C2DA36EC-6481-40A5-9745-A5D51D04F567}" presName="spaceRect" presStyleCnt="0"/>
      <dgm:spPr/>
    </dgm:pt>
    <dgm:pt modelId="{EAD058B8-B644-4DBC-92E4-00DDCE73B042}" type="pres">
      <dgm:prSet presAssocID="{C2DA36EC-6481-40A5-9745-A5D51D04F5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C66903-AAE5-42E3-97FC-2F8A0A6227A1}" type="presOf" srcId="{C2DA36EC-6481-40A5-9745-A5D51D04F567}" destId="{EAD058B8-B644-4DBC-92E4-00DDCE73B042}" srcOrd="0" destOrd="0" presId="urn:microsoft.com/office/officeart/2018/2/layout/IconLabelList"/>
    <dgm:cxn modelId="{EF74624E-CB1D-48E1-B458-159764E6D3DB}" srcId="{A0619822-5A63-4F5A-8653-3C546F9D3518}" destId="{23224AC6-73F4-4783-BEEF-858899696F95}" srcOrd="0" destOrd="0" parTransId="{AD530474-945F-4F6A-B173-222D71D18CA1}" sibTransId="{7A0691E2-A60A-491B-82C2-CA52A4F952E9}"/>
    <dgm:cxn modelId="{4ACCF2B5-2F8F-47DF-9A44-86E2AD0C9E02}" srcId="{A0619822-5A63-4F5A-8653-3C546F9D3518}" destId="{97CA0B55-FB0F-47FE-8A7F-538A34678021}" srcOrd="2" destOrd="0" parTransId="{E6F834B1-E670-4501-AD1A-3AE3DE93836B}" sibTransId="{D16D4856-9D3A-45B0-A5FA-BEEB4EBE8787}"/>
    <dgm:cxn modelId="{797B10BA-836D-4A90-B344-4CDD4B7711F8}" type="presOf" srcId="{A0619822-5A63-4F5A-8653-3C546F9D3518}" destId="{DECC1079-ACFB-4592-ADE9-B4966FC3E521}" srcOrd="0" destOrd="0" presId="urn:microsoft.com/office/officeart/2018/2/layout/IconLabelList"/>
    <dgm:cxn modelId="{711C75C1-5BC4-453A-899A-2FD830A75E69}" srcId="{A0619822-5A63-4F5A-8653-3C546F9D3518}" destId="{2F554E08-FBFA-43AE-8851-6707931FD1EF}" srcOrd="1" destOrd="0" parTransId="{6D133D4F-F7EA-4726-A3F1-104682FC631E}" sibTransId="{52A3E91B-655E-4431-9E4A-8E6489AEAE4F}"/>
    <dgm:cxn modelId="{260EDBC9-8354-4B03-86D0-CA33103BA0C7}" type="presOf" srcId="{97CA0B55-FB0F-47FE-8A7F-538A34678021}" destId="{4B57ADD1-3149-4818-90EB-D621949E7177}" srcOrd="0" destOrd="0" presId="urn:microsoft.com/office/officeart/2018/2/layout/IconLabelList"/>
    <dgm:cxn modelId="{06A2D9CB-4B5D-4BBA-83D3-EBAA16E61506}" type="presOf" srcId="{23224AC6-73F4-4783-BEEF-858899696F95}" destId="{6AE2FED1-B1B3-4572-A5FA-14EBC733DFCA}" srcOrd="0" destOrd="0" presId="urn:microsoft.com/office/officeart/2018/2/layout/IconLabelList"/>
    <dgm:cxn modelId="{A8D369CE-F78F-4B1A-A783-7D60DA1F298C}" srcId="{A0619822-5A63-4F5A-8653-3C546F9D3518}" destId="{C2DA36EC-6481-40A5-9745-A5D51D04F567}" srcOrd="3" destOrd="0" parTransId="{E928E389-6F86-4525-AEC7-11132220CBCF}" sibTransId="{9D829E90-7F92-4292-93C4-54DAEAD642C7}"/>
    <dgm:cxn modelId="{AD19EAEA-B6E7-40AC-9D35-A00D009B0668}" type="presOf" srcId="{2F554E08-FBFA-43AE-8851-6707931FD1EF}" destId="{1DD3407D-1E21-428D-B58F-6EFBE74E812D}" srcOrd="0" destOrd="0" presId="urn:microsoft.com/office/officeart/2018/2/layout/IconLabelList"/>
    <dgm:cxn modelId="{9ED22EE6-C706-4CC3-BC75-DF0C14245CEA}" type="presParOf" srcId="{DECC1079-ACFB-4592-ADE9-B4966FC3E521}" destId="{388B8F93-A53A-4EE0-9B4B-A9EB38740F10}" srcOrd="0" destOrd="0" presId="urn:microsoft.com/office/officeart/2018/2/layout/IconLabelList"/>
    <dgm:cxn modelId="{393BBE75-1843-401F-ADD5-A3C2432BF247}" type="presParOf" srcId="{388B8F93-A53A-4EE0-9B4B-A9EB38740F10}" destId="{A8DDB409-5D0A-4EB3-8056-E91DF2C888BF}" srcOrd="0" destOrd="0" presId="urn:microsoft.com/office/officeart/2018/2/layout/IconLabelList"/>
    <dgm:cxn modelId="{691AB61F-B2DE-4E01-8003-8F29825C93FD}" type="presParOf" srcId="{388B8F93-A53A-4EE0-9B4B-A9EB38740F10}" destId="{84250219-F060-491A-B5B5-158CCE1A2933}" srcOrd="1" destOrd="0" presId="urn:microsoft.com/office/officeart/2018/2/layout/IconLabelList"/>
    <dgm:cxn modelId="{F100C724-D6C8-4811-A117-65F95196B9F3}" type="presParOf" srcId="{388B8F93-A53A-4EE0-9B4B-A9EB38740F10}" destId="{6AE2FED1-B1B3-4572-A5FA-14EBC733DFCA}" srcOrd="2" destOrd="0" presId="urn:microsoft.com/office/officeart/2018/2/layout/IconLabelList"/>
    <dgm:cxn modelId="{F3260FC2-0E33-48F7-B3E8-B80AD6A9D6FD}" type="presParOf" srcId="{DECC1079-ACFB-4592-ADE9-B4966FC3E521}" destId="{02218AEC-366A-4E4D-9C15-6C0E5C069963}" srcOrd="1" destOrd="0" presId="urn:microsoft.com/office/officeart/2018/2/layout/IconLabelList"/>
    <dgm:cxn modelId="{7B557418-046B-43A1-A967-2D5BFBB51D45}" type="presParOf" srcId="{DECC1079-ACFB-4592-ADE9-B4966FC3E521}" destId="{CC82F4CC-355C-4A5E-AC38-247B7BBACF26}" srcOrd="2" destOrd="0" presId="urn:microsoft.com/office/officeart/2018/2/layout/IconLabelList"/>
    <dgm:cxn modelId="{A857ADE5-2A77-47F6-A0FF-387A70B5B4B4}" type="presParOf" srcId="{CC82F4CC-355C-4A5E-AC38-247B7BBACF26}" destId="{832BC161-5372-451C-8E1A-3D975F5A6600}" srcOrd="0" destOrd="0" presId="urn:microsoft.com/office/officeart/2018/2/layout/IconLabelList"/>
    <dgm:cxn modelId="{420E122E-96A9-4CF7-95EA-168EA02803C7}" type="presParOf" srcId="{CC82F4CC-355C-4A5E-AC38-247B7BBACF26}" destId="{C45B9DCA-AFA4-4B18-AC3C-F846B5F0B68C}" srcOrd="1" destOrd="0" presId="urn:microsoft.com/office/officeart/2018/2/layout/IconLabelList"/>
    <dgm:cxn modelId="{F0C89E3D-B2F7-4C47-8ED6-FF0A7A4C5A1C}" type="presParOf" srcId="{CC82F4CC-355C-4A5E-AC38-247B7BBACF26}" destId="{1DD3407D-1E21-428D-B58F-6EFBE74E812D}" srcOrd="2" destOrd="0" presId="urn:microsoft.com/office/officeart/2018/2/layout/IconLabelList"/>
    <dgm:cxn modelId="{AB32B099-97EE-4BAF-9513-FA06679805D3}" type="presParOf" srcId="{DECC1079-ACFB-4592-ADE9-B4966FC3E521}" destId="{149E5417-FB6B-48F2-AE13-71314CC85EB2}" srcOrd="3" destOrd="0" presId="urn:microsoft.com/office/officeart/2018/2/layout/IconLabelList"/>
    <dgm:cxn modelId="{BEEC3802-F431-406D-95B8-F1B645C3A1A3}" type="presParOf" srcId="{DECC1079-ACFB-4592-ADE9-B4966FC3E521}" destId="{5B32D76D-94F9-46D3-B94F-8323D90AA4E8}" srcOrd="4" destOrd="0" presId="urn:microsoft.com/office/officeart/2018/2/layout/IconLabelList"/>
    <dgm:cxn modelId="{2146BA19-28C6-40FB-87B8-B7867293E1FD}" type="presParOf" srcId="{5B32D76D-94F9-46D3-B94F-8323D90AA4E8}" destId="{C4A4E440-1111-4212-B996-C52B47509C72}" srcOrd="0" destOrd="0" presId="urn:microsoft.com/office/officeart/2018/2/layout/IconLabelList"/>
    <dgm:cxn modelId="{3B8B94B3-9881-4ACB-86BF-D1A41A3F6F23}" type="presParOf" srcId="{5B32D76D-94F9-46D3-B94F-8323D90AA4E8}" destId="{99D38070-811F-43D0-A44B-36B6F54D6353}" srcOrd="1" destOrd="0" presId="urn:microsoft.com/office/officeart/2018/2/layout/IconLabelList"/>
    <dgm:cxn modelId="{CFD641EA-A155-4C91-9AD1-F9F7C2479C2B}" type="presParOf" srcId="{5B32D76D-94F9-46D3-B94F-8323D90AA4E8}" destId="{4B57ADD1-3149-4818-90EB-D621949E7177}" srcOrd="2" destOrd="0" presId="urn:microsoft.com/office/officeart/2018/2/layout/IconLabelList"/>
    <dgm:cxn modelId="{6787A753-DB47-43AC-848C-BE40F5832D58}" type="presParOf" srcId="{DECC1079-ACFB-4592-ADE9-B4966FC3E521}" destId="{F6A52CAD-9A2A-44CD-A1F0-D31EBF352B4B}" srcOrd="5" destOrd="0" presId="urn:microsoft.com/office/officeart/2018/2/layout/IconLabelList"/>
    <dgm:cxn modelId="{3B75CC43-616C-44BE-8280-30653997957E}" type="presParOf" srcId="{DECC1079-ACFB-4592-ADE9-B4966FC3E521}" destId="{6295C1F3-6375-4B51-A3EA-32EF0D7D050D}" srcOrd="6" destOrd="0" presId="urn:microsoft.com/office/officeart/2018/2/layout/IconLabelList"/>
    <dgm:cxn modelId="{1DA43147-824B-4A72-A401-FDFA77A1B08F}" type="presParOf" srcId="{6295C1F3-6375-4B51-A3EA-32EF0D7D050D}" destId="{4CE86C05-51E0-44EF-9529-8461E32B984D}" srcOrd="0" destOrd="0" presId="urn:microsoft.com/office/officeart/2018/2/layout/IconLabelList"/>
    <dgm:cxn modelId="{D3CC56CE-20FD-47ED-A7FC-FBF8B2C4347F}" type="presParOf" srcId="{6295C1F3-6375-4B51-A3EA-32EF0D7D050D}" destId="{06F41382-D867-4A6A-BE5B-31FE8B2CC4B4}" srcOrd="1" destOrd="0" presId="urn:microsoft.com/office/officeart/2018/2/layout/IconLabelList"/>
    <dgm:cxn modelId="{2039A983-E667-4053-8292-D120BC5FEF6A}" type="presParOf" srcId="{6295C1F3-6375-4B51-A3EA-32EF0D7D050D}" destId="{EAD058B8-B644-4DBC-92E4-00DDCE73B04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F6DCF-27F6-459E-A9D7-D6D6B893BCD8}">
      <dsp:nvSpPr>
        <dsp:cNvPr id="0" name=""/>
        <dsp:cNvSpPr/>
      </dsp:nvSpPr>
      <dsp:spPr>
        <a:xfrm>
          <a:off x="0" y="2192280"/>
          <a:ext cx="3565923" cy="17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C68F6-D9B0-440F-8580-CB865DFD2BD8}">
      <dsp:nvSpPr>
        <dsp:cNvPr id="0" name=""/>
        <dsp:cNvSpPr/>
      </dsp:nvSpPr>
      <dsp:spPr>
        <a:xfrm>
          <a:off x="178296" y="2088960"/>
          <a:ext cx="2496146" cy="20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8" tIns="0" rIns="94348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noProof="0" dirty="0"/>
            <a:t>Farouk Chajri </a:t>
          </a:r>
          <a:r>
            <a:rPr lang="es-ES" sz="700" kern="1200" noProof="0" dirty="0" err="1"/>
            <a:t>Kasbaj</a:t>
          </a:r>
          <a:endParaRPr lang="es-ES" sz="700" kern="1200" noProof="0" dirty="0"/>
        </a:p>
      </dsp:txBody>
      <dsp:txXfrm>
        <a:off x="188383" y="2099047"/>
        <a:ext cx="2475972" cy="186466"/>
      </dsp:txXfrm>
    </dsp:sp>
    <dsp:sp modelId="{37F40755-2276-4F0F-9FFF-A7F3A3C71B1F}">
      <dsp:nvSpPr>
        <dsp:cNvPr id="0" name=""/>
        <dsp:cNvSpPr/>
      </dsp:nvSpPr>
      <dsp:spPr>
        <a:xfrm>
          <a:off x="0" y="2509800"/>
          <a:ext cx="3565923" cy="17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BA2B0-E232-4E90-B933-99B59608DF04}">
      <dsp:nvSpPr>
        <dsp:cNvPr id="0" name=""/>
        <dsp:cNvSpPr/>
      </dsp:nvSpPr>
      <dsp:spPr>
        <a:xfrm>
          <a:off x="178296" y="2406480"/>
          <a:ext cx="2496146" cy="20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8" tIns="0" rIns="94348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noProof="0" dirty="0"/>
            <a:t>CFGS Desarrollo de Aplicaciones Multiplataforma</a:t>
          </a:r>
        </a:p>
      </dsp:txBody>
      <dsp:txXfrm>
        <a:off x="188383" y="2416567"/>
        <a:ext cx="2475972" cy="186466"/>
      </dsp:txXfrm>
    </dsp:sp>
    <dsp:sp modelId="{2F15CF9B-A0EA-4675-8655-2B0F5780190F}">
      <dsp:nvSpPr>
        <dsp:cNvPr id="0" name=""/>
        <dsp:cNvSpPr/>
      </dsp:nvSpPr>
      <dsp:spPr>
        <a:xfrm>
          <a:off x="0" y="2827320"/>
          <a:ext cx="3565923" cy="17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0DD37A-BCB5-4F8E-8A1E-DAFCBAEB2BAB}">
      <dsp:nvSpPr>
        <dsp:cNvPr id="0" name=""/>
        <dsp:cNvSpPr/>
      </dsp:nvSpPr>
      <dsp:spPr>
        <a:xfrm>
          <a:off x="178296" y="2724000"/>
          <a:ext cx="2496146" cy="20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8" tIns="0" rIns="94348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noProof="0" dirty="0"/>
            <a:t>Curso 2024–2025</a:t>
          </a:r>
        </a:p>
      </dsp:txBody>
      <dsp:txXfrm>
        <a:off x="188383" y="2734087"/>
        <a:ext cx="2475972" cy="186466"/>
      </dsp:txXfrm>
    </dsp:sp>
    <dsp:sp modelId="{579F0DA8-E655-42F8-8C9F-EF422196992A}">
      <dsp:nvSpPr>
        <dsp:cNvPr id="0" name=""/>
        <dsp:cNvSpPr/>
      </dsp:nvSpPr>
      <dsp:spPr>
        <a:xfrm>
          <a:off x="0" y="3144840"/>
          <a:ext cx="3565923" cy="17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5FC35-B3AA-4ADB-8CE6-8421652FC906}">
      <dsp:nvSpPr>
        <dsp:cNvPr id="0" name=""/>
        <dsp:cNvSpPr/>
      </dsp:nvSpPr>
      <dsp:spPr>
        <a:xfrm>
          <a:off x="178296" y="3041520"/>
          <a:ext cx="2496146" cy="206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348" tIns="0" rIns="94348" bIns="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noProof="0" dirty="0"/>
            <a:t>Tutor: Sergio Urbano Ruiz</a:t>
          </a:r>
        </a:p>
      </dsp:txBody>
      <dsp:txXfrm>
        <a:off x="188383" y="3051607"/>
        <a:ext cx="2475972" cy="186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83C41-6246-4B16-9ADA-0B5BE3AC422E}">
      <dsp:nvSpPr>
        <dsp:cNvPr id="0" name=""/>
        <dsp:cNvSpPr/>
      </dsp:nvSpPr>
      <dsp:spPr>
        <a:xfrm>
          <a:off x="1347266" y="446"/>
          <a:ext cx="2258652" cy="135519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 Trabajo remoto en auge tras la pandemia.</a:t>
          </a:r>
        </a:p>
      </dsp:txBody>
      <dsp:txXfrm>
        <a:off x="1386958" y="40138"/>
        <a:ext cx="2179268" cy="1275807"/>
      </dsp:txXfrm>
    </dsp:sp>
    <dsp:sp modelId="{0296810F-B1EF-4051-B7A5-32962734D054}">
      <dsp:nvSpPr>
        <dsp:cNvPr id="0" name=""/>
        <dsp:cNvSpPr/>
      </dsp:nvSpPr>
      <dsp:spPr>
        <a:xfrm>
          <a:off x="3804680" y="397969"/>
          <a:ext cx="478834" cy="560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noProof="0" dirty="0"/>
        </a:p>
      </dsp:txBody>
      <dsp:txXfrm>
        <a:off x="3804680" y="509998"/>
        <a:ext cx="335184" cy="336087"/>
      </dsp:txXfrm>
    </dsp:sp>
    <dsp:sp modelId="{8AC208C1-9270-4018-A51F-3EF3FC1E0364}">
      <dsp:nvSpPr>
        <dsp:cNvPr id="0" name=""/>
        <dsp:cNvSpPr/>
      </dsp:nvSpPr>
      <dsp:spPr>
        <a:xfrm>
          <a:off x="4509380" y="446"/>
          <a:ext cx="2258652" cy="1355191"/>
        </a:xfrm>
        <a:prstGeom prst="roundRect">
          <a:avLst>
            <a:gd name="adj" fmla="val 10000"/>
          </a:avLst>
        </a:prstGeom>
        <a:solidFill>
          <a:schemeClr val="accent5">
            <a:hueOff val="6718086"/>
            <a:satOff val="-3139"/>
            <a:lumOff val="-3529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 Faltan espacios virtuales más humanos y colaborativos.</a:t>
          </a:r>
        </a:p>
      </dsp:txBody>
      <dsp:txXfrm>
        <a:off x="4549072" y="40138"/>
        <a:ext cx="2179268" cy="1275807"/>
      </dsp:txXfrm>
    </dsp:sp>
    <dsp:sp modelId="{EBF0D015-9950-4715-B7CB-4E6BE036AF5A}">
      <dsp:nvSpPr>
        <dsp:cNvPr id="0" name=""/>
        <dsp:cNvSpPr/>
      </dsp:nvSpPr>
      <dsp:spPr>
        <a:xfrm rot="5400000">
          <a:off x="5399289" y="1513744"/>
          <a:ext cx="478834" cy="560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10077129"/>
            <a:satOff val="-4709"/>
            <a:lumOff val="-5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noProof="0" dirty="0"/>
        </a:p>
      </dsp:txBody>
      <dsp:txXfrm rot="-5400000">
        <a:off x="5470663" y="1554399"/>
        <a:ext cx="336087" cy="335184"/>
      </dsp:txXfrm>
    </dsp:sp>
    <dsp:sp modelId="{041D34CE-2761-4B98-B7D8-BB84AB7399A7}">
      <dsp:nvSpPr>
        <dsp:cNvPr id="0" name=""/>
        <dsp:cNvSpPr/>
      </dsp:nvSpPr>
      <dsp:spPr>
        <a:xfrm>
          <a:off x="4509380" y="2259099"/>
          <a:ext cx="2258652" cy="1355191"/>
        </a:xfrm>
        <a:prstGeom prst="roundRect">
          <a:avLst>
            <a:gd name="adj" fmla="val 10000"/>
          </a:avLst>
        </a:prstGeom>
        <a:solidFill>
          <a:schemeClr val="accent5">
            <a:hueOff val="13436172"/>
            <a:satOff val="-6278"/>
            <a:lumOff val="-7058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 Inspirado en Habbo, Gather, Mozilla Hubs.</a:t>
          </a:r>
        </a:p>
      </dsp:txBody>
      <dsp:txXfrm>
        <a:off x="4549072" y="2298791"/>
        <a:ext cx="2179268" cy="1275807"/>
      </dsp:txXfrm>
    </dsp:sp>
    <dsp:sp modelId="{09A3F863-8CFD-4650-93F8-34623D47BA33}">
      <dsp:nvSpPr>
        <dsp:cNvPr id="0" name=""/>
        <dsp:cNvSpPr/>
      </dsp:nvSpPr>
      <dsp:spPr>
        <a:xfrm rot="10800000">
          <a:off x="3831784" y="2656622"/>
          <a:ext cx="478834" cy="560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20154258"/>
            <a:satOff val="-9417"/>
            <a:lumOff val="-10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kern="1200" noProof="0" dirty="0"/>
        </a:p>
      </dsp:txBody>
      <dsp:txXfrm rot="10800000">
        <a:off x="3975434" y="2768651"/>
        <a:ext cx="335184" cy="336087"/>
      </dsp:txXfrm>
    </dsp:sp>
    <dsp:sp modelId="{B080CC64-49F1-4FE5-9BFA-EDB018F32597}">
      <dsp:nvSpPr>
        <dsp:cNvPr id="0" name=""/>
        <dsp:cNvSpPr/>
      </dsp:nvSpPr>
      <dsp:spPr>
        <a:xfrm>
          <a:off x="1347266" y="2259099"/>
          <a:ext cx="2258652" cy="1355191"/>
        </a:xfrm>
        <a:prstGeom prst="roundRect">
          <a:avLst>
            <a:gd name="adj" fmla="val 10000"/>
          </a:avLst>
        </a:prstGeom>
        <a:solidFill>
          <a:schemeClr val="accent5">
            <a:hueOff val="20154258"/>
            <a:satOff val="-9417"/>
            <a:lumOff val="-10587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noProof="0" dirty="0"/>
            <a:t> Aplicación 2D profesional, segura y eficiente.</a:t>
          </a:r>
        </a:p>
      </dsp:txBody>
      <dsp:txXfrm>
        <a:off x="1386958" y="2298791"/>
        <a:ext cx="2179268" cy="12758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9F2EF-6CA2-4EC1-ACE5-713AB849E338}">
      <dsp:nvSpPr>
        <dsp:cNvPr id="0" name=""/>
        <dsp:cNvSpPr/>
      </dsp:nvSpPr>
      <dsp:spPr>
        <a:xfrm>
          <a:off x="0" y="582"/>
          <a:ext cx="4642845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6AA5B-CD54-45E0-8B6D-C9E1E5B581CE}">
      <dsp:nvSpPr>
        <dsp:cNvPr id="0" name=""/>
        <dsp:cNvSpPr/>
      </dsp:nvSpPr>
      <dsp:spPr>
        <a:xfrm>
          <a:off x="412052" y="307067"/>
          <a:ext cx="749186" cy="7491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91BED-C46C-4CD5-A6AD-1C8339D14716}">
      <dsp:nvSpPr>
        <dsp:cNvPr id="0" name=""/>
        <dsp:cNvSpPr/>
      </dsp:nvSpPr>
      <dsp:spPr>
        <a:xfrm>
          <a:off x="1573291" y="582"/>
          <a:ext cx="3069553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Teletrabajo tras la pandemia</a:t>
          </a:r>
        </a:p>
      </dsp:txBody>
      <dsp:txXfrm>
        <a:off x="1573291" y="582"/>
        <a:ext cx="3069553" cy="1362156"/>
      </dsp:txXfrm>
    </dsp:sp>
    <dsp:sp modelId="{5D069048-5733-42EC-96DB-DF2E950C6493}">
      <dsp:nvSpPr>
        <dsp:cNvPr id="0" name=""/>
        <dsp:cNvSpPr/>
      </dsp:nvSpPr>
      <dsp:spPr>
        <a:xfrm>
          <a:off x="0" y="1703278"/>
          <a:ext cx="4642845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7E2B0-E8A7-4C50-96BC-5545E82C1B8B}">
      <dsp:nvSpPr>
        <dsp:cNvPr id="0" name=""/>
        <dsp:cNvSpPr/>
      </dsp:nvSpPr>
      <dsp:spPr>
        <a:xfrm>
          <a:off x="412052" y="2009763"/>
          <a:ext cx="749186" cy="7491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770B7-E7D3-494D-A892-7118D462B3C3}">
      <dsp:nvSpPr>
        <dsp:cNvPr id="0" name=""/>
        <dsp:cNvSpPr/>
      </dsp:nvSpPr>
      <dsp:spPr>
        <a:xfrm>
          <a:off x="1573291" y="1703278"/>
          <a:ext cx="3069553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Limitaciones de herramientas como Zoom/Meet</a:t>
          </a:r>
        </a:p>
      </dsp:txBody>
      <dsp:txXfrm>
        <a:off x="1573291" y="1703278"/>
        <a:ext cx="3069553" cy="1362156"/>
      </dsp:txXfrm>
    </dsp:sp>
    <dsp:sp modelId="{9FFF31AC-18BA-4A58-96B1-A0291F4AD360}">
      <dsp:nvSpPr>
        <dsp:cNvPr id="0" name=""/>
        <dsp:cNvSpPr/>
      </dsp:nvSpPr>
      <dsp:spPr>
        <a:xfrm>
          <a:off x="0" y="3405974"/>
          <a:ext cx="4642845" cy="13621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5974B-B060-43A1-8B55-2F6792AE56E8}">
      <dsp:nvSpPr>
        <dsp:cNvPr id="0" name=""/>
        <dsp:cNvSpPr/>
      </dsp:nvSpPr>
      <dsp:spPr>
        <a:xfrm>
          <a:off x="412052" y="3712459"/>
          <a:ext cx="749186" cy="7491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BCD77-955B-448F-A249-D14B4A9F87BF}">
      <dsp:nvSpPr>
        <dsp:cNvPr id="0" name=""/>
        <dsp:cNvSpPr/>
      </dsp:nvSpPr>
      <dsp:spPr>
        <a:xfrm>
          <a:off x="1573291" y="3405974"/>
          <a:ext cx="3069553" cy="136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162" tIns="144162" rIns="144162" bIns="1441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Necesidad de entornos colaborativos más humanos</a:t>
          </a:r>
        </a:p>
      </dsp:txBody>
      <dsp:txXfrm>
        <a:off x="1573291" y="3405974"/>
        <a:ext cx="3069553" cy="1362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E20DD-E8B7-4398-B279-2464FE3BF0EA}">
      <dsp:nvSpPr>
        <dsp:cNvPr id="0" name=""/>
        <dsp:cNvSpPr/>
      </dsp:nvSpPr>
      <dsp:spPr>
        <a:xfrm>
          <a:off x="716491" y="1685"/>
          <a:ext cx="1096927" cy="10969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7B342-BFA9-44C2-90AF-01EB415CC259}">
      <dsp:nvSpPr>
        <dsp:cNvPr id="0" name=""/>
        <dsp:cNvSpPr/>
      </dsp:nvSpPr>
      <dsp:spPr>
        <a:xfrm>
          <a:off x="950262" y="235457"/>
          <a:ext cx="629384" cy="6293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21EBE-7CD7-47DC-9221-5A9D1DC746C7}">
      <dsp:nvSpPr>
        <dsp:cNvPr id="0" name=""/>
        <dsp:cNvSpPr/>
      </dsp:nvSpPr>
      <dsp:spPr>
        <a:xfrm>
          <a:off x="365834" y="1440279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noProof="0" dirty="0"/>
            <a:t> Inspiración en plataformas como Gather.town y Habbo Hotel</a:t>
          </a:r>
        </a:p>
      </dsp:txBody>
      <dsp:txXfrm>
        <a:off x="365834" y="1440279"/>
        <a:ext cx="1798242" cy="719296"/>
      </dsp:txXfrm>
    </dsp:sp>
    <dsp:sp modelId="{3EA885EC-B948-40DD-A6F6-789E30106D6B}">
      <dsp:nvSpPr>
        <dsp:cNvPr id="0" name=""/>
        <dsp:cNvSpPr/>
      </dsp:nvSpPr>
      <dsp:spPr>
        <a:xfrm>
          <a:off x="2829425" y="1685"/>
          <a:ext cx="1096927" cy="10969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FD17F-9DC6-4393-BE6B-9600D30B6F79}">
      <dsp:nvSpPr>
        <dsp:cNvPr id="0" name=""/>
        <dsp:cNvSpPr/>
      </dsp:nvSpPr>
      <dsp:spPr>
        <a:xfrm>
          <a:off x="3063197" y="235457"/>
          <a:ext cx="629384" cy="6293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FBEBE-37C7-4287-8838-F60CA8A1A74A}">
      <dsp:nvSpPr>
        <dsp:cNvPr id="0" name=""/>
        <dsp:cNvSpPr/>
      </dsp:nvSpPr>
      <dsp:spPr>
        <a:xfrm>
          <a:off x="2478768" y="1440279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noProof="0" dirty="0"/>
            <a:t> Proyecto enfocado a entornos profesionales</a:t>
          </a:r>
        </a:p>
      </dsp:txBody>
      <dsp:txXfrm>
        <a:off x="2478768" y="1440279"/>
        <a:ext cx="1798242" cy="719296"/>
      </dsp:txXfrm>
    </dsp:sp>
    <dsp:sp modelId="{601C33C5-74A6-4CEB-9B93-655098C9E1D4}">
      <dsp:nvSpPr>
        <dsp:cNvPr id="0" name=""/>
        <dsp:cNvSpPr/>
      </dsp:nvSpPr>
      <dsp:spPr>
        <a:xfrm>
          <a:off x="1772958" y="2609136"/>
          <a:ext cx="1096927" cy="10969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30163-892F-4A3E-8F95-E535E1DE760E}">
      <dsp:nvSpPr>
        <dsp:cNvPr id="0" name=""/>
        <dsp:cNvSpPr/>
      </dsp:nvSpPr>
      <dsp:spPr>
        <a:xfrm>
          <a:off x="2006730" y="2842908"/>
          <a:ext cx="629384" cy="6293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53A6F-4614-430E-AFC8-5BED0B52C2A0}">
      <dsp:nvSpPr>
        <dsp:cNvPr id="0" name=""/>
        <dsp:cNvSpPr/>
      </dsp:nvSpPr>
      <dsp:spPr>
        <a:xfrm>
          <a:off x="1422301" y="4047730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noProof="0" dirty="0"/>
            <a:t> Combinación de videojuegos, sistemas distribuidos y ciberseguridad</a:t>
          </a:r>
        </a:p>
      </dsp:txBody>
      <dsp:txXfrm>
        <a:off x="1422301" y="4047730"/>
        <a:ext cx="1798242" cy="719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40A333-FD65-4AD6-8777-0373CF857324}">
      <dsp:nvSpPr>
        <dsp:cNvPr id="0" name=""/>
        <dsp:cNvSpPr/>
      </dsp:nvSpPr>
      <dsp:spPr>
        <a:xfrm>
          <a:off x="99144" y="420563"/>
          <a:ext cx="992000" cy="992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21C49-97B2-4289-9B5F-9E6598985141}">
      <dsp:nvSpPr>
        <dsp:cNvPr id="0" name=""/>
        <dsp:cNvSpPr/>
      </dsp:nvSpPr>
      <dsp:spPr>
        <a:xfrm>
          <a:off x="307464" y="628883"/>
          <a:ext cx="575360" cy="575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B0CA4-C65D-404D-ACF6-F99CA010998D}">
      <dsp:nvSpPr>
        <dsp:cNvPr id="0" name=""/>
        <dsp:cNvSpPr/>
      </dsp:nvSpPr>
      <dsp:spPr>
        <a:xfrm>
          <a:off x="1303716" y="420563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0" dirty="0"/>
            <a:t> Unity 2D (</a:t>
          </a:r>
          <a:r>
            <a:rPr lang="es-ES" sz="2100" kern="1200" noProof="0" dirty="0" err="1"/>
            <a:t>frontend</a:t>
          </a:r>
          <a:r>
            <a:rPr lang="es-ES" sz="2100" kern="1200" noProof="0" dirty="0"/>
            <a:t> y lógica visual).</a:t>
          </a:r>
        </a:p>
      </dsp:txBody>
      <dsp:txXfrm>
        <a:off x="1303716" y="420563"/>
        <a:ext cx="2338287" cy="992000"/>
      </dsp:txXfrm>
    </dsp:sp>
    <dsp:sp modelId="{27DC8BF4-2E21-4C09-B2BC-2FCD1FFFA7A8}">
      <dsp:nvSpPr>
        <dsp:cNvPr id="0" name=""/>
        <dsp:cNvSpPr/>
      </dsp:nvSpPr>
      <dsp:spPr>
        <a:xfrm>
          <a:off x="4049432" y="420563"/>
          <a:ext cx="992000" cy="992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BCDF5-9457-484E-9C2D-D6488E326132}">
      <dsp:nvSpPr>
        <dsp:cNvPr id="0" name=""/>
        <dsp:cNvSpPr/>
      </dsp:nvSpPr>
      <dsp:spPr>
        <a:xfrm>
          <a:off x="4257753" y="628883"/>
          <a:ext cx="575360" cy="575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4DCA5-D838-433A-8DCE-11EA20BCE320}">
      <dsp:nvSpPr>
        <dsp:cNvPr id="0" name=""/>
        <dsp:cNvSpPr/>
      </dsp:nvSpPr>
      <dsp:spPr>
        <a:xfrm>
          <a:off x="5254005" y="420563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0" dirty="0"/>
            <a:t> Mirror (red P2P sincronizada).</a:t>
          </a:r>
        </a:p>
      </dsp:txBody>
      <dsp:txXfrm>
        <a:off x="5254005" y="420563"/>
        <a:ext cx="2338287" cy="992000"/>
      </dsp:txXfrm>
    </dsp:sp>
    <dsp:sp modelId="{4FD06BB0-2B88-481D-A6EC-1C1DE50A7053}">
      <dsp:nvSpPr>
        <dsp:cNvPr id="0" name=""/>
        <dsp:cNvSpPr/>
      </dsp:nvSpPr>
      <dsp:spPr>
        <a:xfrm>
          <a:off x="99144" y="1991204"/>
          <a:ext cx="992000" cy="992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11711-ECAC-4750-A685-DA77BBA96C26}">
      <dsp:nvSpPr>
        <dsp:cNvPr id="0" name=""/>
        <dsp:cNvSpPr/>
      </dsp:nvSpPr>
      <dsp:spPr>
        <a:xfrm>
          <a:off x="307464" y="2199524"/>
          <a:ext cx="575360" cy="575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1A9C5-A737-4B08-9341-C4CEC9A81CAA}">
      <dsp:nvSpPr>
        <dsp:cNvPr id="0" name=""/>
        <dsp:cNvSpPr/>
      </dsp:nvSpPr>
      <dsp:spPr>
        <a:xfrm>
          <a:off x="1303716" y="1991204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0" dirty="0"/>
            <a:t>Vivox (chat de voz posicional).</a:t>
          </a:r>
        </a:p>
      </dsp:txBody>
      <dsp:txXfrm>
        <a:off x="1303716" y="1991204"/>
        <a:ext cx="2338287" cy="992000"/>
      </dsp:txXfrm>
    </dsp:sp>
    <dsp:sp modelId="{B074C57A-CD85-40F0-B5D0-E492E9AEB53C}">
      <dsp:nvSpPr>
        <dsp:cNvPr id="0" name=""/>
        <dsp:cNvSpPr/>
      </dsp:nvSpPr>
      <dsp:spPr>
        <a:xfrm>
          <a:off x="4049432" y="1991204"/>
          <a:ext cx="992000" cy="992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0B2BC-4F40-4C9F-A455-31CCA47B47F6}">
      <dsp:nvSpPr>
        <dsp:cNvPr id="0" name=""/>
        <dsp:cNvSpPr/>
      </dsp:nvSpPr>
      <dsp:spPr>
        <a:xfrm>
          <a:off x="4257753" y="2199524"/>
          <a:ext cx="575360" cy="575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2D685-4EFB-4283-9BF3-F3EC20F1077A}">
      <dsp:nvSpPr>
        <dsp:cNvPr id="0" name=""/>
        <dsp:cNvSpPr/>
      </dsp:nvSpPr>
      <dsp:spPr>
        <a:xfrm>
          <a:off x="5254005" y="1991204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noProof="0" dirty="0"/>
            <a:t> AWS (EC2, S3, IAM) + PHP, MySQL, NGINX.</a:t>
          </a:r>
        </a:p>
      </dsp:txBody>
      <dsp:txXfrm>
        <a:off x="5254005" y="1991204"/>
        <a:ext cx="2338287" cy="992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B1B56-ACAF-4B3B-A435-304E9AF623EF}">
      <dsp:nvSpPr>
        <dsp:cNvPr id="0" name=""/>
        <dsp:cNvSpPr/>
      </dsp:nvSpPr>
      <dsp:spPr>
        <a:xfrm>
          <a:off x="99144" y="420563"/>
          <a:ext cx="992000" cy="992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77FFD-2FFB-4EB1-94B2-5FAE96A628C8}">
      <dsp:nvSpPr>
        <dsp:cNvPr id="0" name=""/>
        <dsp:cNvSpPr/>
      </dsp:nvSpPr>
      <dsp:spPr>
        <a:xfrm>
          <a:off x="307464" y="628883"/>
          <a:ext cx="575360" cy="575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85DB4-45D5-4477-9114-2C2C9A07FE20}">
      <dsp:nvSpPr>
        <dsp:cNvPr id="0" name=""/>
        <dsp:cNvSpPr/>
      </dsp:nvSpPr>
      <dsp:spPr>
        <a:xfrm>
          <a:off x="1303716" y="420563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Unity: escenas, UI y movimiento de personajes.</a:t>
          </a:r>
        </a:p>
      </dsp:txBody>
      <dsp:txXfrm>
        <a:off x="1303716" y="420563"/>
        <a:ext cx="2338287" cy="992000"/>
      </dsp:txXfrm>
    </dsp:sp>
    <dsp:sp modelId="{E282CDC0-DA50-48DC-9120-41362134908E}">
      <dsp:nvSpPr>
        <dsp:cNvPr id="0" name=""/>
        <dsp:cNvSpPr/>
      </dsp:nvSpPr>
      <dsp:spPr>
        <a:xfrm>
          <a:off x="4049432" y="420563"/>
          <a:ext cx="992000" cy="992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AB4BE-10BA-42E5-A9E7-42918B46291E}">
      <dsp:nvSpPr>
        <dsp:cNvPr id="0" name=""/>
        <dsp:cNvSpPr/>
      </dsp:nvSpPr>
      <dsp:spPr>
        <a:xfrm>
          <a:off x="4257753" y="628883"/>
          <a:ext cx="575360" cy="575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6DDD4-6706-43B0-BFC2-112C7A346F51}">
      <dsp:nvSpPr>
        <dsp:cNvPr id="0" name=""/>
        <dsp:cNvSpPr/>
      </dsp:nvSpPr>
      <dsp:spPr>
        <a:xfrm>
          <a:off x="5254005" y="420563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Mirror: sincronización entre clientes y servidor.</a:t>
          </a:r>
        </a:p>
      </dsp:txBody>
      <dsp:txXfrm>
        <a:off x="5254005" y="420563"/>
        <a:ext cx="2338287" cy="992000"/>
      </dsp:txXfrm>
    </dsp:sp>
    <dsp:sp modelId="{4A067F95-2E91-48EA-A8B1-9B3F1B51FCC0}">
      <dsp:nvSpPr>
        <dsp:cNvPr id="0" name=""/>
        <dsp:cNvSpPr/>
      </dsp:nvSpPr>
      <dsp:spPr>
        <a:xfrm>
          <a:off x="99144" y="1991204"/>
          <a:ext cx="992000" cy="992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6825CB-95DD-4CAB-9436-44E0393E84D5}">
      <dsp:nvSpPr>
        <dsp:cNvPr id="0" name=""/>
        <dsp:cNvSpPr/>
      </dsp:nvSpPr>
      <dsp:spPr>
        <a:xfrm>
          <a:off x="307464" y="2199524"/>
          <a:ext cx="575360" cy="575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2667C-A55B-42CF-9061-072F8217D4C3}">
      <dsp:nvSpPr>
        <dsp:cNvPr id="0" name=""/>
        <dsp:cNvSpPr/>
      </dsp:nvSpPr>
      <dsp:spPr>
        <a:xfrm>
          <a:off x="1303716" y="1991204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PHP + MySQL: autenticación, API segura.</a:t>
          </a:r>
        </a:p>
      </dsp:txBody>
      <dsp:txXfrm>
        <a:off x="1303716" y="1991204"/>
        <a:ext cx="2338287" cy="992000"/>
      </dsp:txXfrm>
    </dsp:sp>
    <dsp:sp modelId="{9517352E-4CB9-4012-9D93-B801621650A0}">
      <dsp:nvSpPr>
        <dsp:cNvPr id="0" name=""/>
        <dsp:cNvSpPr/>
      </dsp:nvSpPr>
      <dsp:spPr>
        <a:xfrm>
          <a:off x="4049432" y="1991204"/>
          <a:ext cx="992000" cy="992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42074-F613-4AEB-B62A-5E963E935EB1}">
      <dsp:nvSpPr>
        <dsp:cNvPr id="0" name=""/>
        <dsp:cNvSpPr/>
      </dsp:nvSpPr>
      <dsp:spPr>
        <a:xfrm>
          <a:off x="4257753" y="2199524"/>
          <a:ext cx="575360" cy="575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A3073-9E9C-488C-BD9A-593C00CCD6D9}">
      <dsp:nvSpPr>
        <dsp:cNvPr id="0" name=""/>
        <dsp:cNvSpPr/>
      </dsp:nvSpPr>
      <dsp:spPr>
        <a:xfrm>
          <a:off x="5254005" y="1991204"/>
          <a:ext cx="2338287" cy="99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/>
            <a:t> AWS: hosting, cifrado y certificados SSL.</a:t>
          </a:r>
        </a:p>
      </dsp:txBody>
      <dsp:txXfrm>
        <a:off x="5254005" y="1991204"/>
        <a:ext cx="2338287" cy="992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DB409-5D0A-4EB3-8056-E91DF2C888BF}">
      <dsp:nvSpPr>
        <dsp:cNvPr id="0" name=""/>
        <dsp:cNvSpPr/>
      </dsp:nvSpPr>
      <dsp:spPr>
        <a:xfrm>
          <a:off x="494124" y="910863"/>
          <a:ext cx="806835" cy="80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2FED1-B1B3-4572-A5FA-14EBC733DFCA}">
      <dsp:nvSpPr>
        <dsp:cNvPr id="0" name=""/>
        <dsp:cNvSpPr/>
      </dsp:nvSpPr>
      <dsp:spPr>
        <a:xfrm>
          <a:off x="1057" y="1986686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noProof="0" dirty="0"/>
            <a:t> Optimizar compartición de pantalla.</a:t>
          </a:r>
        </a:p>
      </dsp:txBody>
      <dsp:txXfrm>
        <a:off x="1057" y="1986686"/>
        <a:ext cx="1792968" cy="717187"/>
      </dsp:txXfrm>
    </dsp:sp>
    <dsp:sp modelId="{832BC161-5372-451C-8E1A-3D975F5A6600}">
      <dsp:nvSpPr>
        <dsp:cNvPr id="0" name=""/>
        <dsp:cNvSpPr/>
      </dsp:nvSpPr>
      <dsp:spPr>
        <a:xfrm>
          <a:off x="2600862" y="910863"/>
          <a:ext cx="806835" cy="80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3407D-1E21-428D-B58F-6EFBE74E812D}">
      <dsp:nvSpPr>
        <dsp:cNvPr id="0" name=""/>
        <dsp:cNvSpPr/>
      </dsp:nvSpPr>
      <dsp:spPr>
        <a:xfrm>
          <a:off x="2107795" y="1986686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noProof="0" dirty="0"/>
            <a:t> Añadir persistencia de chats e historial.</a:t>
          </a:r>
        </a:p>
      </dsp:txBody>
      <dsp:txXfrm>
        <a:off x="2107795" y="1986686"/>
        <a:ext cx="1792968" cy="717187"/>
      </dsp:txXfrm>
    </dsp:sp>
    <dsp:sp modelId="{C4A4E440-1111-4212-B996-C52B47509C72}">
      <dsp:nvSpPr>
        <dsp:cNvPr id="0" name=""/>
        <dsp:cNvSpPr/>
      </dsp:nvSpPr>
      <dsp:spPr>
        <a:xfrm>
          <a:off x="4707600" y="910863"/>
          <a:ext cx="806835" cy="80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7ADD1-3149-4818-90EB-D621949E7177}">
      <dsp:nvSpPr>
        <dsp:cNvPr id="0" name=""/>
        <dsp:cNvSpPr/>
      </dsp:nvSpPr>
      <dsp:spPr>
        <a:xfrm>
          <a:off x="4214534" y="1986686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noProof="0" dirty="0"/>
            <a:t> Roles y permisos de administración.</a:t>
          </a:r>
        </a:p>
      </dsp:txBody>
      <dsp:txXfrm>
        <a:off x="4214534" y="1986686"/>
        <a:ext cx="1792968" cy="717187"/>
      </dsp:txXfrm>
    </dsp:sp>
    <dsp:sp modelId="{4CE86C05-51E0-44EF-9529-8461E32B984D}">
      <dsp:nvSpPr>
        <dsp:cNvPr id="0" name=""/>
        <dsp:cNvSpPr/>
      </dsp:nvSpPr>
      <dsp:spPr>
        <a:xfrm>
          <a:off x="6814338" y="910863"/>
          <a:ext cx="806835" cy="806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058B8-B644-4DBC-92E4-00DDCE73B042}">
      <dsp:nvSpPr>
        <dsp:cNvPr id="0" name=""/>
        <dsp:cNvSpPr/>
      </dsp:nvSpPr>
      <dsp:spPr>
        <a:xfrm>
          <a:off x="6321272" y="1986686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noProof="0" dirty="0"/>
            <a:t> Versión móvil/web, mayor accesibilidad.</a:t>
          </a:r>
        </a:p>
      </dsp:txBody>
      <dsp:txXfrm>
        <a:off x="6321272" y="1986686"/>
        <a:ext cx="1792968" cy="71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B4898-B91F-43E2-A5F9-95745A37F1C9}" type="datetimeFigureOut">
              <a:rPr lang="es-ES" smtClean="0"/>
              <a:t>28/05/2025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91A71-2DEB-446B-9564-E7C85B4667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663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91A71-2DEB-446B-9564-E7C85B466781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069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4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7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15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7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9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0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2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3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42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0075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46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7630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27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29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8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054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accent2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1376189" y="685800"/>
            <a:ext cx="2778952" cy="5308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2800" b="1" cap="all" noProof="0" dirty="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Oficina Virtual Interactiva</a:t>
            </a:r>
          </a:p>
        </p:txBody>
      </p:sp>
      <p:graphicFrame>
        <p:nvGraphicFramePr>
          <p:cNvPr id="42" name="TextBox 2">
            <a:extLst>
              <a:ext uri="{FF2B5EF4-FFF2-40B4-BE49-F238E27FC236}">
                <a16:creationId xmlns:a16="http://schemas.microsoft.com/office/drawing/2014/main" id="{16C05E0D-3F54-A0E0-7CA9-2F60B71A57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457188"/>
              </p:ext>
            </p:extLst>
          </p:nvPr>
        </p:nvGraphicFramePr>
        <p:xfrm>
          <a:off x="4887414" y="685800"/>
          <a:ext cx="3565923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13159" y="4487332"/>
            <a:ext cx="6400800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3600" b="1" kern="1200" cap="all" noProof="0" dirty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Introducción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81D9AAE-E58C-DD5A-DB51-7822BC3D3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96424"/>
              </p:ext>
            </p:extLst>
          </p:nvPr>
        </p:nvGraphicFramePr>
        <p:xfrm>
          <a:off x="513159" y="685800"/>
          <a:ext cx="81152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0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s-ES" sz="2200" noProof="0" dirty="0">
                <a:solidFill>
                  <a:srgbClr val="FFFFFF"/>
                </a:solidFill>
              </a:rPr>
              <a:t>Antecedentes del Proyecto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E37732F-ABA8-21CD-8966-3C33DDE0F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657290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97404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pSp>
        <p:nvGrpSpPr>
          <p:cNvPr id="24" name="Group 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1495" y="941424"/>
            <a:ext cx="2282922" cy="3248611"/>
          </a:xfrm>
        </p:spPr>
        <p:txBody>
          <a:bodyPr>
            <a:normAutofit/>
          </a:bodyPr>
          <a:lstStyle/>
          <a:p>
            <a:r>
              <a:rPr lang="es-ES" sz="2500" noProof="0" dirty="0">
                <a:solidFill>
                  <a:srgbClr val="FFFFFF"/>
                </a:solidFill>
              </a:rPr>
              <a:t>Contexto y Motivación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1EFFCE8-8F53-9256-8926-0E8BBA48C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563278"/>
              </p:ext>
            </p:extLst>
          </p:nvPr>
        </p:nvGraphicFramePr>
        <p:xfrm>
          <a:off x="705483" y="941424"/>
          <a:ext cx="4642845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rPr lang="es-ES" noProof="0" dirty="0"/>
              <a:t>Estrategia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8" y="685800"/>
            <a:ext cx="5619853" cy="3615267"/>
          </a:xfrm>
        </p:spPr>
        <p:txBody>
          <a:bodyPr>
            <a:normAutofit/>
          </a:bodyPr>
          <a:lstStyle/>
          <a:p>
            <a:r>
              <a:rPr lang="es-ES" noProof="0" dirty="0"/>
              <a:t> Enfoque profesional con arquitectura modular</a:t>
            </a:r>
          </a:p>
          <a:p>
            <a:r>
              <a:rPr lang="es-ES" noProof="0" dirty="0"/>
              <a:t> Priorización de seguridad y experiencia de usuario</a:t>
            </a:r>
          </a:p>
          <a:p>
            <a:r>
              <a:rPr lang="es-ES" noProof="0" dirty="0"/>
              <a:t> Documentación detallada para futuras ampliaciones</a:t>
            </a:r>
          </a:p>
        </p:txBody>
      </p:sp>
      <p:pic>
        <p:nvPicPr>
          <p:cNvPr id="5" name="Picture 4" descr="Diseños de planos enrollados">
            <a:extLst>
              <a:ext uri="{FF2B5EF4-FFF2-40B4-BE49-F238E27FC236}">
                <a16:creationId xmlns:a16="http://schemas.microsoft.com/office/drawing/2014/main" id="{D1517313-3A9B-E8DF-2865-397DACDA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31" r="12680" b="1"/>
          <a:stretch>
            <a:fillRect/>
          </a:stretch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F1EF17D-1B70-428C-8A8A-A2C5B390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2FAEDF3-CEC8-4BF6-8EA7-4079C471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98DB8F4-CD77-4FCC-8544-ADE8B478C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2202DFE-039D-48E4-8536-FA30F2489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F05E26-510E-4164-83C7-28E4FE9D7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32161A-50D4-4D96-887A-98FC92093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2983934" y="4487332"/>
            <a:ext cx="4220368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3600" b="1" cap="all" noProof="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Objetivos del Proyecto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1CAE3-52D1-2010-CCDC-721560E1D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36" r="27436"/>
          <a:stretch/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TextBox 2"/>
          <p:cNvSpPr txBox="1"/>
          <p:nvPr/>
        </p:nvSpPr>
        <p:spPr>
          <a:xfrm>
            <a:off x="2913459" y="685800"/>
            <a:ext cx="4969554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s-ES" noProof="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FFFFFF"/>
                </a:solidFill>
              </a:defRPr>
            </a:pPr>
            <a:r>
              <a:rPr lang="es-ES" noProof="0" dirty="0">
                <a:solidFill>
                  <a:schemeClr val="bg2">
                    <a:lumMod val="75000"/>
                  </a:schemeClr>
                </a:solidFill>
              </a:rPr>
              <a:t> Oficina virtual con movimiento de avatares.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FFFFFF"/>
                </a:solidFill>
              </a:defRPr>
            </a:pPr>
            <a:r>
              <a:rPr lang="es-ES" noProof="0" dirty="0">
                <a:solidFill>
                  <a:schemeClr val="bg2">
                    <a:lumMod val="75000"/>
                  </a:schemeClr>
                </a:solidFill>
              </a:rPr>
              <a:t> Comunicación por texto y voz en tiempo real.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FFFFFF"/>
                </a:solidFill>
              </a:defRPr>
            </a:pPr>
            <a:r>
              <a:rPr lang="es-ES" noProof="0" dirty="0">
                <a:solidFill>
                  <a:schemeClr val="bg2">
                    <a:lumMod val="75000"/>
                  </a:schemeClr>
                </a:solidFill>
              </a:rPr>
              <a:t> Envío seguro de archivos en la nube.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FFFFFF"/>
                </a:solidFill>
              </a:defRPr>
            </a:pPr>
            <a:r>
              <a:rPr lang="es-ES" noProof="0" dirty="0">
                <a:solidFill>
                  <a:schemeClr val="bg2">
                    <a:lumMod val="75000"/>
                  </a:schemeClr>
                </a:solidFill>
              </a:rPr>
              <a:t> Interfaz accesible y arquitectura escalable.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FFFFFF"/>
                </a:solidFill>
              </a:defRPr>
            </a:pPr>
            <a:r>
              <a:rPr lang="es-ES" noProof="0" dirty="0">
                <a:solidFill>
                  <a:schemeClr val="bg2">
                    <a:lumMod val="75000"/>
                  </a:schemeClr>
                </a:solidFill>
              </a:rPr>
              <a:t>Compartir pantalla.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2600CBB-0CF8-4237-8491-B7864363D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513159" y="4799010"/>
            <a:ext cx="6952059" cy="115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3600" b="1" kern="1200" cap="all" noProof="0" dirty="0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Tecnologías Utilizadas</a:t>
            </a:r>
          </a:p>
        </p:txBody>
      </p:sp>
      <p:sp>
        <p:nvSpPr>
          <p:cNvPr id="39" name="Snip Diagonal Corner Rectangle 21">
            <a:extLst>
              <a:ext uri="{FF2B5EF4-FFF2-40B4-BE49-F238E27FC236}">
                <a16:creationId xmlns:a16="http://schemas.microsoft.com/office/drawing/2014/main" id="{E4CBBC1E-991D-4CF9-BCA5-AB149687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45720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16A7CB9-25F0-2B13-5164-69F6BC5454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9001733"/>
              </p:ext>
            </p:extLst>
          </p:nvPr>
        </p:nvGraphicFramePr>
        <p:xfrm>
          <a:off x="723900" y="642939"/>
          <a:ext cx="7691437" cy="340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2600CBB-0CF8-4237-8491-B7864363D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513159" y="4799010"/>
            <a:ext cx="6952059" cy="115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3600" b="1" kern="1200" cap="all" noProof="0" dirty="0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Desarrollo del Sistema</a:t>
            </a:r>
          </a:p>
        </p:txBody>
      </p:sp>
      <p:sp>
        <p:nvSpPr>
          <p:cNvPr id="39" name="Snip Diagonal Corner Rectangle 21">
            <a:extLst>
              <a:ext uri="{FF2B5EF4-FFF2-40B4-BE49-F238E27FC236}">
                <a16:creationId xmlns:a16="http://schemas.microsoft.com/office/drawing/2014/main" id="{E4CBBC1E-991D-4CF9-BCA5-AB149687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45720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AE71B99-71E3-EEEE-32F6-6E519FC556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6018442"/>
              </p:ext>
            </p:extLst>
          </p:nvPr>
        </p:nvGraphicFramePr>
        <p:xfrm>
          <a:off x="723900" y="642939"/>
          <a:ext cx="7691437" cy="340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s-ES" noProof="0" dirty="0"/>
              <a:t>Marco Tecnológico (1/2)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29" y="1656250"/>
            <a:ext cx="4075289" cy="1772749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740" y="733647"/>
            <a:ext cx="3314378" cy="3575884"/>
          </a:xfrm>
        </p:spPr>
        <p:txBody>
          <a:bodyPr>
            <a:normAutofit/>
          </a:bodyPr>
          <a:lstStyle/>
          <a:p>
            <a:r>
              <a:rPr lang="es-ES" noProof="0" dirty="0"/>
              <a:t> Unity 2D: motor principal</a:t>
            </a:r>
          </a:p>
          <a:p>
            <a:r>
              <a:rPr lang="es-ES" noProof="0" dirty="0"/>
              <a:t> Mirror: sincronización de red</a:t>
            </a:r>
          </a:p>
          <a:p>
            <a:r>
              <a:rPr lang="es-ES" noProof="0" dirty="0"/>
              <a:t> Vivox: chat de voz en tiempo 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s-ES" noProof="0" dirty="0"/>
              <a:t>Marco Tecnológico (2/2)</a:t>
            </a:r>
          </a:p>
        </p:txBody>
      </p:sp>
      <p:pic>
        <p:nvPicPr>
          <p:cNvPr id="4" name="Picture 3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12" y="733647"/>
            <a:ext cx="2994802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4740" y="733647"/>
            <a:ext cx="3314378" cy="3575884"/>
          </a:xfrm>
        </p:spPr>
        <p:txBody>
          <a:bodyPr>
            <a:normAutofit/>
          </a:bodyPr>
          <a:lstStyle/>
          <a:p>
            <a:r>
              <a:rPr lang="es-ES" noProof="0" dirty="0"/>
              <a:t> Backend en PHP + NGINX + MySQL (AWS)</a:t>
            </a:r>
          </a:p>
          <a:p>
            <a:r>
              <a:rPr lang="es-ES" noProof="0" dirty="0"/>
              <a:t> AWS S3: almacenamiento cifrado</a:t>
            </a:r>
          </a:p>
          <a:p>
            <a:r>
              <a:rPr lang="es-ES" noProof="0" dirty="0"/>
              <a:t> Seguridad: tokens, HTTPS, cifrado AES/RSA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13159" y="4487332"/>
            <a:ext cx="6400800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s-ES" sz="3600" b="1" kern="1200" cap="all" noProof="0" dirty="0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Vías de Mejora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35134DC-8A7C-1269-5A8C-52DC71EFF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2530054"/>
              </p:ext>
            </p:extLst>
          </p:nvPr>
        </p:nvGraphicFramePr>
        <p:xfrm>
          <a:off x="513159" y="685800"/>
          <a:ext cx="8115299" cy="36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6">
            <a:extLst>
              <a:ext uri="{FF2B5EF4-FFF2-40B4-BE49-F238E27FC236}">
                <a16:creationId xmlns:a16="http://schemas.microsoft.com/office/drawing/2014/main" id="{929448D9-8F1D-4CFE-93BA-E0272F0D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rPr lang="es-ES" noProof="0" dirty="0"/>
              <a:t>Vías de Mejora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"/>
          </p:nvPr>
        </p:nvSpPr>
        <p:spPr>
          <a:xfrm>
            <a:off x="513158" y="685800"/>
            <a:ext cx="5619853" cy="3615267"/>
          </a:xfrm>
        </p:spPr>
        <p:txBody>
          <a:bodyPr>
            <a:normAutofit/>
          </a:bodyPr>
          <a:lstStyle/>
          <a:p>
            <a:r>
              <a:rPr lang="es-ES" noProof="0" dirty="0"/>
              <a:t> Sistema de roles y notificaciones en tiempo real</a:t>
            </a:r>
          </a:p>
          <a:p>
            <a:r>
              <a:rPr lang="es-ES" noProof="0" dirty="0"/>
              <a:t> Mejora visual y multiplataforma</a:t>
            </a:r>
          </a:p>
          <a:p>
            <a:r>
              <a:rPr lang="es-ES" noProof="0" dirty="0"/>
              <a:t> Optimización de red y recursos</a:t>
            </a:r>
          </a:p>
        </p:txBody>
      </p:sp>
      <p:pic>
        <p:nvPicPr>
          <p:cNvPr id="47" name="Picture 32" descr="Líneas y puntos conectados sobre un fondo degradado de color púrpura y anaranjado">
            <a:extLst>
              <a:ext uri="{FF2B5EF4-FFF2-40B4-BE49-F238E27FC236}">
                <a16:creationId xmlns:a16="http://schemas.microsoft.com/office/drawing/2014/main" id="{B023AF77-7A75-E666-4B61-8D1D9B71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44" r="42545" b="-1"/>
          <a:stretch>
            <a:fillRect/>
          </a:stretch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48" name="Group 38">
            <a:extLst>
              <a:ext uri="{FF2B5EF4-FFF2-40B4-BE49-F238E27FC236}">
                <a16:creationId xmlns:a16="http://schemas.microsoft.com/office/drawing/2014/main" id="{94749DEA-AC6C-4834-A330-03A1796B8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CBC5D1-BAF0-454E-9D7C-68370AA95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ABB9F45-32F7-4915-A94F-F1E34B32D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4EA6F09-00FD-4C50-A2DF-D0B1CC4C9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8B975B-2618-4734-A401-FAB745190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F4B123-0577-4F10-986B-6BD86396A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rPr lang="es-ES" noProof="0" dirty="0"/>
              <a:t>Limitaciones Encontradas</a:t>
            </a:r>
          </a:p>
        </p:txBody>
      </p:sp>
      <p:pic>
        <p:nvPicPr>
          <p:cNvPr id="5" name="Picture 4" descr="Una oveja pasando a través de tuberías">
            <a:extLst>
              <a:ext uri="{FF2B5EF4-FFF2-40B4-BE49-F238E27FC236}">
                <a16:creationId xmlns:a16="http://schemas.microsoft.com/office/drawing/2014/main" id="{E1D49EDE-65FE-048D-F2B2-3C7267577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51" r="27741" b="1"/>
          <a:stretch>
            <a:fillRect/>
          </a:stretch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459" y="685800"/>
            <a:ext cx="4969554" cy="3615267"/>
          </a:xfrm>
        </p:spPr>
        <p:txBody>
          <a:bodyPr>
            <a:normAutofit/>
          </a:bodyPr>
          <a:lstStyle/>
          <a:p>
            <a:r>
              <a:rPr lang="es-ES" noProof="0" dirty="0"/>
              <a:t> Lag en animaciones remotas</a:t>
            </a:r>
          </a:p>
          <a:p>
            <a:r>
              <a:rPr lang="es-ES" noProof="0" dirty="0"/>
              <a:t> Problemas en la función de compartir pantalla</a:t>
            </a:r>
          </a:p>
          <a:p>
            <a:r>
              <a:rPr lang="es-ES" noProof="0" dirty="0"/>
              <a:t> Costes imprevistos en la nube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noProof="0" dirty="0"/>
              <a:t> Proyecto viable y funcional</a:t>
            </a:r>
          </a:p>
          <a:p>
            <a:r>
              <a:rPr lang="es-ES" noProof="0" dirty="0"/>
              <a:t> Aplicación transversal con potencial profesional</a:t>
            </a:r>
          </a:p>
          <a:p>
            <a:r>
              <a:rPr lang="es-ES" noProof="0" dirty="0"/>
              <a:t> Base sólida para futuras versiones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" name="TextBox 1"/>
          <p:cNvSpPr txBox="1"/>
          <p:nvPr/>
        </p:nvSpPr>
        <p:spPr>
          <a:xfrm>
            <a:off x="513159" y="685799"/>
            <a:ext cx="2810333" cy="489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s-ES" sz="3600" b="1" cap="all" noProof="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Gracias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74586" y="685799"/>
            <a:ext cx="4716195" cy="489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s-ES" noProof="0" dirty="0"/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defRPr sz="2000">
                <a:solidFill>
                  <a:srgbClr val="FFFFFF"/>
                </a:solidFill>
              </a:defRPr>
            </a:pPr>
            <a:r>
              <a:rPr lang="es-ES" sz="4000" noProof="0" dirty="0"/>
              <a:t>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120</TotalTime>
  <Words>415</Words>
  <Application>Microsoft Office PowerPoint</Application>
  <PresentationFormat>Presentación en pantalla (4:3)</PresentationFormat>
  <Paragraphs>68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Sector</vt:lpstr>
      <vt:lpstr>Presentación de PowerPoint</vt:lpstr>
      <vt:lpstr>Presentación de PowerPoint</vt:lpstr>
      <vt:lpstr>Antecedentes del Proyecto</vt:lpstr>
      <vt:lpstr>Contexto y Motivación</vt:lpstr>
      <vt:lpstr>Estrategia del Proyecto</vt:lpstr>
      <vt:lpstr>Presentación de PowerPoint</vt:lpstr>
      <vt:lpstr>Presentación de PowerPoint</vt:lpstr>
      <vt:lpstr>Presentación de PowerPoint</vt:lpstr>
      <vt:lpstr>Marco Tecnológico (1/2)</vt:lpstr>
      <vt:lpstr>Marco Tecnológico (2/2)</vt:lpstr>
      <vt:lpstr>Presentación de PowerPoint</vt:lpstr>
      <vt:lpstr>Vías de Mejora</vt:lpstr>
      <vt:lpstr>Limitaciones Encontradas</vt:lpstr>
      <vt:lpstr>Conclusiones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FAROUK CHAJRI KASBAJ</cp:lastModifiedBy>
  <cp:revision>7</cp:revision>
  <dcterms:created xsi:type="dcterms:W3CDTF">2013-01-27T09:14:16Z</dcterms:created>
  <dcterms:modified xsi:type="dcterms:W3CDTF">2025-05-28T11:47:26Z</dcterms:modified>
  <cp:category/>
</cp:coreProperties>
</file>